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9" r:id="rId4"/>
    <p:sldMasterId id="2147483672" r:id="rId5"/>
    <p:sldMasterId id="2147483678" r:id="rId6"/>
  </p:sldMasterIdLst>
  <p:notesMasterIdLst>
    <p:notesMasterId r:id="rId20"/>
  </p:notesMasterIdLst>
  <p:handoutMasterIdLst>
    <p:handoutMasterId r:id="rId21"/>
  </p:handoutMasterIdLst>
  <p:sldIdLst>
    <p:sldId id="314" r:id="rId7"/>
    <p:sldId id="319" r:id="rId8"/>
    <p:sldId id="557" r:id="rId9"/>
    <p:sldId id="2054" r:id="rId10"/>
    <p:sldId id="259" r:id="rId11"/>
    <p:sldId id="542" r:id="rId12"/>
    <p:sldId id="540" r:id="rId13"/>
    <p:sldId id="270" r:id="rId14"/>
    <p:sldId id="271" r:id="rId15"/>
    <p:sldId id="269" r:id="rId16"/>
    <p:sldId id="541" r:id="rId17"/>
    <p:sldId id="267" r:id="rId18"/>
    <p:sldId id="538" r:id="rId1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evor Daughney" initials="TD" lastIdx="1" clrIdx="0">
    <p:extLst>
      <p:ext uri="{19B8F6BF-5375-455C-9EA6-DF929625EA0E}">
        <p15:presenceInfo xmlns:p15="http://schemas.microsoft.com/office/powerpoint/2012/main" userId="S::trevor@exabeam.com::3817b93d-582d-4002-9ba5-24975b2d31f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8CA4"/>
    <a:srgbClr val="4A078E"/>
    <a:srgbClr val="F9B513"/>
    <a:srgbClr val="E96209"/>
    <a:srgbClr val="0382CF"/>
    <a:srgbClr val="139DF2"/>
    <a:srgbClr val="DA135F"/>
    <a:srgbClr val="1B1A1F"/>
    <a:srgbClr val="2B2C34"/>
    <a:srgbClr val="474F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0" autoAdjust="0"/>
    <p:restoredTop sz="59810" autoAdjust="0"/>
  </p:normalViewPr>
  <p:slideViewPr>
    <p:cSldViewPr snapToGrid="0">
      <p:cViewPr varScale="1">
        <p:scale>
          <a:sx n="69" d="100"/>
          <a:sy n="69" d="100"/>
        </p:scale>
        <p:origin x="2166" y="48"/>
      </p:cViewPr>
      <p:guideLst>
        <p:guide orient="horz" pos="2160"/>
        <p:guide pos="3840"/>
      </p:guideLst>
    </p:cSldViewPr>
  </p:slideViewPr>
  <p:outlineViewPr>
    <p:cViewPr>
      <p:scale>
        <a:sx n="33" d="100"/>
        <a:sy n="33" d="100"/>
      </p:scale>
      <p:origin x="0" y="-1944"/>
    </p:cViewPr>
  </p:outlineViewPr>
  <p:notesTextViewPr>
    <p:cViewPr>
      <p:scale>
        <a:sx n="3" d="2"/>
        <a:sy n="3" d="2"/>
      </p:scale>
      <p:origin x="0" y="0"/>
    </p:cViewPr>
  </p:notesTextViewPr>
  <p:sorterViewPr>
    <p:cViewPr>
      <p:scale>
        <a:sx n="100" d="100"/>
        <a:sy n="100" d="100"/>
      </p:scale>
      <p:origin x="0" y="-2166"/>
    </p:cViewPr>
  </p:sorterViewPr>
  <p:notesViewPr>
    <p:cSldViewPr snapToGrid="0">
      <p:cViewPr varScale="1">
        <p:scale>
          <a:sx n="80" d="100"/>
          <a:sy n="80" d="100"/>
        </p:scale>
        <p:origin x="281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latin typeface="Calibri" panose="020F0502020204030204" pitchFamily="34" charset="0"/>
            </a:endParaRPr>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297D2BB-54D5-4DED-99A5-16FEF3F6EB8B}" type="datetimeFigureOut">
              <a:rPr lang="en-US" sz="1000" smtClean="0">
                <a:latin typeface="Calibri" panose="020F0502020204030204" pitchFamily="34" charset="0"/>
              </a:rPr>
              <a:t>12/7/2021</a:t>
            </a:fld>
            <a:endParaRPr lang="en-US" sz="1000" dirty="0">
              <a:latin typeface="Calibri" panose="020F0502020204030204" pitchFamily="34" charset="0"/>
            </a:endParaRPr>
          </a:p>
        </p:txBody>
      </p:sp>
      <p:sp>
        <p:nvSpPr>
          <p:cNvPr id="7" name="Footer Placeholder 5"/>
          <p:cNvSpPr>
            <a:spLocks noGrp="1"/>
          </p:cNvSpPr>
          <p:nvPr>
            <p:ph type="ftr" sz="quarter" idx="2"/>
          </p:nvPr>
        </p:nvSpPr>
        <p:spPr>
          <a:xfrm>
            <a:off x="404203" y="8751921"/>
            <a:ext cx="5103066" cy="466433"/>
          </a:xfrm>
          <a:prstGeom prst="rect">
            <a:avLst/>
          </a:prstGeom>
        </p:spPr>
        <p:txBody>
          <a:bodyPr vert="horz" lIns="93177" tIns="46589" rIns="93177" bIns="46589" rtlCol="0" anchor="b"/>
          <a:lstStyle>
            <a:lvl1pPr algn="l">
              <a:defRPr sz="900"/>
            </a:lvl1pPr>
          </a:lstStyle>
          <a:p>
            <a:r>
              <a:rPr lang="en-US">
                <a:latin typeface="Calibri" panose="020F0502020204030204" pitchFamily="34" charset="0"/>
              </a:rPr>
              <a:t>Copyright © 2020 Exabeam, Inc. All Rights Reserved. CONFIDENTIAL.</a:t>
            </a:r>
            <a:endParaRPr lang="en-US" dirty="0">
              <a:latin typeface="Calibri" panose="020F0502020204030204" pitchFamily="34" charset="0"/>
            </a:endParaRPr>
          </a:p>
        </p:txBody>
      </p:sp>
      <p:sp>
        <p:nvSpPr>
          <p:cNvPr id="9" name="Slide Number Placeholder 6"/>
          <p:cNvSpPr>
            <a:spLocks noGrp="1"/>
          </p:cNvSpPr>
          <p:nvPr>
            <p:ph type="sldNum" sz="quarter" idx="3"/>
          </p:nvPr>
        </p:nvSpPr>
        <p:spPr>
          <a:xfrm>
            <a:off x="0" y="8751921"/>
            <a:ext cx="389949" cy="466433"/>
          </a:xfrm>
          <a:prstGeom prst="rect">
            <a:avLst/>
          </a:prstGeom>
        </p:spPr>
        <p:txBody>
          <a:bodyPr vert="horz" lIns="93177" tIns="46589" rIns="93177" bIns="46589" rtlCol="0" anchor="b"/>
          <a:lstStyle>
            <a:lvl1pPr algn="l">
              <a:defRPr sz="900"/>
            </a:lvl1pPr>
          </a:lstStyle>
          <a:p>
            <a:fld id="{B97EFF7B-608F-4883-A3FB-C85EEF023762}" type="slidenum">
              <a:rPr lang="en-US" smtClean="0">
                <a:latin typeface="Calibri" panose="020F0502020204030204" pitchFamily="34" charset="0"/>
              </a:rPr>
              <a:pPr/>
              <a:t>‹#›</a:t>
            </a:fld>
            <a:endParaRPr lang="en-US" dirty="0">
              <a:latin typeface="Calibri" panose="020F0502020204030204" pitchFamily="34" charset="0"/>
            </a:endParaRPr>
          </a:p>
        </p:txBody>
      </p:sp>
      <p:pic>
        <p:nvPicPr>
          <p:cNvPr id="10" name="Picture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747718" y="8964483"/>
            <a:ext cx="1226157" cy="281991"/>
          </a:xfrm>
          <a:prstGeom prst="rect">
            <a:avLst/>
          </a:prstGeom>
        </p:spPr>
      </p:pic>
    </p:spTree>
    <p:extLst>
      <p:ext uri="{BB962C8B-B14F-4D97-AF65-F5344CB8AC3E}">
        <p14:creationId xmlns:p14="http://schemas.microsoft.com/office/powerpoint/2010/main" val="306232900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747265" cy="466434"/>
          </a:xfrm>
          <a:prstGeom prst="rect">
            <a:avLst/>
          </a:prstGeom>
        </p:spPr>
        <p:txBody>
          <a:bodyPr vert="horz" lIns="93177" tIns="46589" rIns="93177" bIns="46589" rtlCol="0"/>
          <a:lstStyle>
            <a:lvl1pPr algn="l">
              <a:defRPr sz="1000" b="1">
                <a:latin typeface="Calibri" panose="020F0502020204030204" pitchFamily="34" charset="0"/>
              </a:defRPr>
            </a:lvl1pPr>
          </a:lstStyle>
          <a:p>
            <a:endParaRPr lang="en-US" dirty="0"/>
          </a:p>
        </p:txBody>
      </p:sp>
      <p:sp>
        <p:nvSpPr>
          <p:cNvPr id="3" name="Date Placeholder 2"/>
          <p:cNvSpPr>
            <a:spLocks noGrp="1"/>
          </p:cNvSpPr>
          <p:nvPr>
            <p:ph type="dt" idx="1"/>
          </p:nvPr>
        </p:nvSpPr>
        <p:spPr>
          <a:xfrm>
            <a:off x="5747264" y="0"/>
            <a:ext cx="1261513" cy="466434"/>
          </a:xfrm>
          <a:prstGeom prst="rect">
            <a:avLst/>
          </a:prstGeom>
        </p:spPr>
        <p:txBody>
          <a:bodyPr vert="horz" lIns="93177" tIns="46589" rIns="93177" bIns="46589" rtlCol="0"/>
          <a:lstStyle>
            <a:lvl1pPr algn="r">
              <a:defRPr sz="900">
                <a:latin typeface="Calibri" panose="020F0502020204030204" pitchFamily="34" charset="0"/>
              </a:defRPr>
            </a:lvl1pPr>
          </a:lstStyle>
          <a:p>
            <a:fld id="{59B5859C-BD52-447A-9BE3-44467D2C46E9}" type="datetimeFigureOut">
              <a:rPr lang="en-US" smtClean="0"/>
              <a:pPr/>
              <a:t>12/7/2021</a:t>
            </a:fld>
            <a:endParaRPr lang="en-US" dirty="0"/>
          </a:p>
        </p:txBody>
      </p:sp>
      <p:sp>
        <p:nvSpPr>
          <p:cNvPr id="4" name="Slide Image Placeholder 3"/>
          <p:cNvSpPr>
            <a:spLocks noGrp="1" noRot="1" noChangeAspect="1"/>
          </p:cNvSpPr>
          <p:nvPr>
            <p:ph type="sldImg" idx="2"/>
          </p:nvPr>
        </p:nvSpPr>
        <p:spPr>
          <a:xfrm>
            <a:off x="452438" y="658813"/>
            <a:ext cx="6154737" cy="3462337"/>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2096" y="4321570"/>
            <a:ext cx="6176732" cy="4346695"/>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404203" y="8829967"/>
            <a:ext cx="5103066" cy="466433"/>
          </a:xfrm>
          <a:prstGeom prst="rect">
            <a:avLst/>
          </a:prstGeom>
        </p:spPr>
        <p:txBody>
          <a:bodyPr vert="horz" lIns="93177" tIns="46589" rIns="93177" bIns="46589" rtlCol="0" anchor="b"/>
          <a:lstStyle>
            <a:lvl1pPr algn="l">
              <a:defRPr sz="900">
                <a:latin typeface="Calibri" panose="020F0502020204030204" pitchFamily="34" charset="0"/>
              </a:defRPr>
            </a:lvl1pPr>
          </a:lstStyle>
          <a:p>
            <a:r>
              <a:rPr lang="en-US"/>
              <a:t>Copyright © 2020 Exabeam, Inc. All Rights Reserved. CONFIDENTIAL.</a:t>
            </a:r>
            <a:endParaRPr lang="en-US" dirty="0"/>
          </a:p>
        </p:txBody>
      </p:sp>
      <p:sp>
        <p:nvSpPr>
          <p:cNvPr id="7" name="Slide Number Placeholder 6"/>
          <p:cNvSpPr>
            <a:spLocks noGrp="1"/>
          </p:cNvSpPr>
          <p:nvPr>
            <p:ph type="sldNum" sz="quarter" idx="5"/>
          </p:nvPr>
        </p:nvSpPr>
        <p:spPr>
          <a:xfrm>
            <a:off x="0" y="8829967"/>
            <a:ext cx="389949" cy="466433"/>
          </a:xfrm>
          <a:prstGeom prst="rect">
            <a:avLst/>
          </a:prstGeom>
        </p:spPr>
        <p:txBody>
          <a:bodyPr vert="horz" lIns="93177" tIns="46589" rIns="93177" bIns="46589" rtlCol="0" anchor="b"/>
          <a:lstStyle>
            <a:lvl1pPr algn="l">
              <a:defRPr sz="900">
                <a:latin typeface="Calibri" panose="020F0502020204030204" pitchFamily="34" charset="0"/>
              </a:defRPr>
            </a:lvl1pPr>
          </a:lstStyle>
          <a:p>
            <a:fld id="{B97EFF7B-608F-4883-A3FB-C85EEF023762}" type="slidenum">
              <a:rPr lang="en-US" smtClean="0"/>
              <a:pPr/>
              <a:t>‹#›</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59441" y="9004470"/>
            <a:ext cx="1226157" cy="281991"/>
          </a:xfrm>
          <a:prstGeom prst="rect">
            <a:avLst/>
          </a:prstGeom>
        </p:spPr>
      </p:pic>
    </p:spTree>
    <p:extLst>
      <p:ext uri="{BB962C8B-B14F-4D97-AF65-F5344CB8AC3E}">
        <p14:creationId xmlns:p14="http://schemas.microsoft.com/office/powerpoint/2010/main" val="2538646790"/>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300"/>
      </a:spcBef>
      <a:spcAft>
        <a:spcPts val="300"/>
      </a:spcAft>
      <a:defRPr sz="1000" kern="1200">
        <a:solidFill>
          <a:schemeClr val="tx1"/>
        </a:solidFill>
        <a:latin typeface="Calibri" panose="020F0502020204030204" pitchFamily="34" charset="0"/>
        <a:ea typeface="+mn-ea"/>
        <a:cs typeface="+mn-cs"/>
      </a:defRPr>
    </a:lvl1pPr>
    <a:lvl2pPr marL="284163" indent="-171450" algn="l" defTabSz="914400" rtl="0" eaLnBrk="1" latinLnBrk="0" hangingPunct="1">
      <a:spcBef>
        <a:spcPts val="200"/>
      </a:spcBef>
      <a:spcAft>
        <a:spcPts val="200"/>
      </a:spcAft>
      <a:buFont typeface="Arial" panose="020B0604020202020204" pitchFamily="34" charset="0"/>
      <a:buChar char="•"/>
      <a:defRPr sz="900" kern="1200">
        <a:solidFill>
          <a:schemeClr val="tx1"/>
        </a:solidFill>
        <a:latin typeface="Calibri" panose="020F0502020204030204" pitchFamily="34" charset="0"/>
        <a:ea typeface="+mn-ea"/>
        <a:cs typeface="+mn-cs"/>
      </a:defRPr>
    </a:lvl2pPr>
    <a:lvl3pPr marL="457200" indent="-171450" algn="l" defTabSz="914400" rtl="0" eaLnBrk="1" latinLnBrk="0" hangingPunct="1">
      <a:spcBef>
        <a:spcPts val="200"/>
      </a:spcBef>
      <a:spcAft>
        <a:spcPts val="200"/>
      </a:spcAft>
      <a:buSzPct val="90000"/>
      <a:buFont typeface="Arial" panose="020B0604020202020204" pitchFamily="34" charset="0"/>
      <a:buChar char="−"/>
      <a:defRPr sz="900" kern="1200">
        <a:solidFill>
          <a:schemeClr val="tx1"/>
        </a:solidFill>
        <a:latin typeface="Calibri" panose="020F0502020204030204" pitchFamily="34" charset="0"/>
        <a:ea typeface="+mn-ea"/>
        <a:cs typeface="+mn-cs"/>
      </a:defRPr>
    </a:lvl3pPr>
    <a:lvl4pPr marL="568325" indent="-171450" algn="l" defTabSz="914400" rtl="0" eaLnBrk="1" latinLnBrk="0" hangingPunct="1">
      <a:spcBef>
        <a:spcPts val="200"/>
      </a:spcBef>
      <a:spcAft>
        <a:spcPts val="200"/>
      </a:spcAft>
      <a:buSzPct val="90000"/>
      <a:buFont typeface="Arial" panose="020B0604020202020204" pitchFamily="34" charset="0"/>
      <a:buChar char="−"/>
      <a:defRPr sz="900" kern="1200">
        <a:solidFill>
          <a:schemeClr val="tx1"/>
        </a:solidFill>
        <a:latin typeface="Calibri" panose="020F0502020204030204" pitchFamily="34" charset="0"/>
        <a:ea typeface="+mn-ea"/>
        <a:cs typeface="+mn-cs"/>
      </a:defRPr>
    </a:lvl4pPr>
    <a:lvl5pPr marL="692150" indent="-171450" algn="l" defTabSz="914400" rtl="0" eaLnBrk="1" latinLnBrk="0" hangingPunct="1">
      <a:spcBef>
        <a:spcPts val="200"/>
      </a:spcBef>
      <a:spcAft>
        <a:spcPts val="200"/>
      </a:spcAft>
      <a:buSzPct val="90000"/>
      <a:buFont typeface="Arial" panose="020B0604020202020204" pitchFamily="34" charset="0"/>
      <a:buChar char="−"/>
      <a:defRPr sz="9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7hOBdFQQ59U"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xp-0-event.exalabs.io/"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yyexabeam-my.sharepoint.com/:x:/r/personal/sean_exabeam_com/_layouts/15/Doc.aspx?sourcedoc=%7B501A6CD9-079A-493C-BE63-CC3304415918%7D&amp;file=AnswerBank_Master_CTF.xlsx&amp;action=default&amp;mobileredirect=true&amp;cid=e8683ab8-5b49-47e1-b486-422ace3de46c"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xp-0-event.exalabs.io/"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yyexabeam-my.sharepoint.com/:x:/r/personal/sean_exabeam_com/_layouts/15/Doc.aspx?sourcedoc=%7B501A6CD9-079A-493C-BE63-CC3304415918%7D&amp;file=AnswerBank_Master_CTF.xlsx&amp;action=default&amp;mobileredirect=true&amp;cid=e8683ab8-5b49-47e1-b486-422ace3de46c"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joining everyone! We’ve got a fun event ahead. Let’s start off with some logistics to ensure everyone is ready to play. Please try not to skip ahead here – logging in is probably the most difficult task of the day!</a:t>
            </a:r>
          </a:p>
          <a:p>
            <a:endParaRPr lang="en-US" dirty="0"/>
          </a:p>
          <a:p>
            <a:r>
              <a:rPr lang="en-US" dirty="0"/>
              <a:t>________________________</a:t>
            </a:r>
          </a:p>
          <a:p>
            <a:endParaRPr lang="en-US" dirty="0"/>
          </a:p>
          <a:p>
            <a:r>
              <a:rPr lang="en-US" dirty="0"/>
              <a:t>If you plan on having prizes, this is a good time to announce those as well. Some examples from previous events below, feel free to get creative.  </a:t>
            </a:r>
          </a:p>
          <a:p>
            <a:r>
              <a:rPr lang="en-US" b="1" dirty="0"/>
              <a:t>Prize winning formats:</a:t>
            </a:r>
          </a:p>
          <a:p>
            <a:r>
              <a:rPr lang="en-US" dirty="0"/>
              <a:t>1. Winning team and highest individual scorer win a prize – have seen this restricted to highest scorers -outside- of winning team if it’s the same prize.</a:t>
            </a:r>
          </a:p>
          <a:p>
            <a:r>
              <a:rPr lang="en-US" dirty="0"/>
              <a:t>2. Winning team wins a prize</a:t>
            </a:r>
          </a:p>
          <a:p>
            <a:endParaRPr lang="en-US" dirty="0"/>
          </a:p>
          <a:p>
            <a:r>
              <a:rPr lang="en-US" b="1" dirty="0"/>
              <a:t>Prize examples – please work with your team for these:</a:t>
            </a:r>
          </a:p>
          <a:p>
            <a:pPr marL="228600" indent="-228600">
              <a:buAutoNum type="arabicPeriod"/>
            </a:pPr>
            <a:r>
              <a:rPr lang="en-US" dirty="0"/>
              <a:t>$100 Amazon </a:t>
            </a:r>
            <a:r>
              <a:rPr lang="en-US" dirty="0" err="1"/>
              <a:t>giftcards</a:t>
            </a:r>
            <a:r>
              <a:rPr lang="en-US" dirty="0"/>
              <a:t> for each member of winning team</a:t>
            </a:r>
          </a:p>
          <a:p>
            <a:pPr marL="228600" indent="-228600">
              <a:buAutoNum type="arabicPeriod"/>
            </a:pPr>
            <a:r>
              <a:rPr lang="en-US" dirty="0"/>
              <a:t>Oculus rift for highest scorer, gift card for each member of winning team</a:t>
            </a:r>
          </a:p>
          <a:p>
            <a:pPr marL="228600" indent="-228600">
              <a:buAutoNum type="arabicPeriod"/>
            </a:pPr>
            <a:r>
              <a:rPr lang="en-US" dirty="0" err="1"/>
              <a:t>Exabeam</a:t>
            </a:r>
            <a:r>
              <a:rPr lang="en-US" dirty="0"/>
              <a:t> swag (clothing, branded gear, </a:t>
            </a:r>
            <a:r>
              <a:rPr lang="en-US" dirty="0" err="1"/>
              <a:t>etc</a:t>
            </a:r>
            <a:r>
              <a:rPr lang="en-US" dirty="0"/>
              <a:t>)</a:t>
            </a:r>
          </a:p>
          <a:p>
            <a:pPr marL="228600" indent="-228600">
              <a:buAutoNum type="arabicPeriod"/>
            </a:pPr>
            <a:endParaRPr lang="en-US" dirty="0"/>
          </a:p>
          <a:p>
            <a:pPr marL="0" indent="0">
              <a:buNone/>
            </a:pPr>
            <a:r>
              <a:rPr lang="en-US" b="1" dirty="0"/>
              <a:t>Some events have also provide all of the attendees something to enjoy the event with:</a:t>
            </a:r>
          </a:p>
          <a:p>
            <a:pPr marL="0" indent="0">
              <a:buNone/>
            </a:pPr>
            <a:r>
              <a:rPr lang="en-US" dirty="0"/>
              <a:t>1. Whiskey/wine/cocktail kits</a:t>
            </a:r>
          </a:p>
          <a:p>
            <a:pPr marL="0" indent="0">
              <a:buNone/>
            </a:pPr>
            <a:r>
              <a:rPr lang="en-US" dirty="0"/>
              <a:t>2. Wings</a:t>
            </a:r>
          </a:p>
          <a:p>
            <a:pPr marL="0" indent="0">
              <a:buNone/>
            </a:pPr>
            <a:r>
              <a:rPr lang="en-US" dirty="0"/>
              <a:t>3. </a:t>
            </a:r>
            <a:r>
              <a:rPr lang="en-US" dirty="0" err="1"/>
              <a:t>Doordash</a:t>
            </a:r>
            <a:r>
              <a:rPr lang="en-US" dirty="0"/>
              <a:t> </a:t>
            </a:r>
            <a:r>
              <a:rPr lang="en-US" dirty="0" err="1"/>
              <a:t>giftcards</a:t>
            </a:r>
            <a:r>
              <a:rPr lang="en-US" dirty="0"/>
              <a:t> to enjoy a meal while playing</a:t>
            </a:r>
          </a:p>
          <a:p>
            <a:pPr marL="228600" indent="-228600">
              <a:buAutoNum type="arabicPeriod"/>
            </a:pPr>
            <a:endParaRPr lang="en-US" dirty="0"/>
          </a:p>
          <a:p>
            <a:endParaRPr lang="en-US" dirty="0"/>
          </a:p>
          <a:p>
            <a:r>
              <a:rPr lang="en-US" dirty="0"/>
              <a:t>(Slide note: Logo needs updating, branding needs updating).</a:t>
            </a:r>
          </a:p>
          <a:p>
            <a:endParaRPr lang="en-US" dirty="0"/>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1</a:t>
            </a:fld>
            <a:endParaRPr lang="en-US" dirty="0"/>
          </a:p>
        </p:txBody>
      </p:sp>
    </p:spTree>
    <p:extLst>
      <p:ext uri="{BB962C8B-B14F-4D97-AF65-F5344CB8AC3E}">
        <p14:creationId xmlns:p14="http://schemas.microsoft.com/office/powerpoint/2010/main" val="1410857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2</a:t>
            </a:fld>
            <a:endParaRPr lang="en-US" dirty="0"/>
          </a:p>
        </p:txBody>
      </p:sp>
    </p:spTree>
    <p:extLst>
      <p:ext uri="{BB962C8B-B14F-4D97-AF65-F5344CB8AC3E}">
        <p14:creationId xmlns:p14="http://schemas.microsoft.com/office/powerpoint/2010/main" val="1671007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000" b="0" i="1" u="none" strike="noStrike" kern="1200" dirty="0">
                <a:solidFill>
                  <a:schemeClr val="tx1"/>
                </a:solidFill>
                <a:effectLst/>
                <a:latin typeface="Calibri" panose="020F0502020204030204" pitchFamily="34" charset="0"/>
                <a:ea typeface="+mn-ea"/>
                <a:cs typeface="+mn-cs"/>
              </a:rPr>
              <a:t>// Feel free to skip this slide, but it’s nice to have some kind of introduction to what we do for many events. //</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With </a:t>
            </a:r>
            <a:r>
              <a:rPr lang="en-US" sz="1000" b="0" i="0" u="none" strike="noStrike" kern="1200" dirty="0" err="1">
                <a:solidFill>
                  <a:schemeClr val="tx1"/>
                </a:solidFill>
                <a:effectLst/>
                <a:latin typeface="Calibri" panose="020F0502020204030204" pitchFamily="34" charset="0"/>
                <a:ea typeface="+mn-ea"/>
                <a:cs typeface="+mn-cs"/>
              </a:rPr>
              <a:t>Exabeam</a:t>
            </a:r>
            <a:r>
              <a:rPr lang="en-US" sz="1000" b="0" i="0" u="none" strike="noStrike" kern="1200" dirty="0">
                <a:solidFill>
                  <a:schemeClr val="tx1"/>
                </a:solidFill>
                <a:effectLst/>
                <a:latin typeface="Calibri" panose="020F0502020204030204" pitchFamily="34" charset="0"/>
                <a:ea typeface="+mn-ea"/>
                <a:cs typeface="+mn-cs"/>
              </a:rPr>
              <a:t>, Security teams are able to automate triage and investigation, gain visibility into insider threats and compromised credentials, and augment legacy security tools. </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When most people think automation, they think SOAR. The rest of what they are doing in the SOC is mostly manual. SOAR is the last mile of the </a:t>
            </a:r>
            <a:r>
              <a:rPr lang="en-US" sz="1000" b="0" i="0" u="none" strike="noStrike" kern="1200" dirty="0" err="1">
                <a:solidFill>
                  <a:schemeClr val="tx1"/>
                </a:solidFill>
                <a:effectLst/>
                <a:latin typeface="Calibri" panose="020F0502020204030204" pitchFamily="34" charset="0"/>
                <a:ea typeface="+mn-ea"/>
                <a:cs typeface="+mn-cs"/>
              </a:rPr>
              <a:t>journy</a:t>
            </a:r>
            <a:r>
              <a:rPr lang="en-US" sz="1000" b="0" i="0" u="none" strike="noStrike" kern="1200" dirty="0">
                <a:solidFill>
                  <a:schemeClr val="tx1"/>
                </a:solidFill>
                <a:effectLst/>
                <a:latin typeface="Calibri" panose="020F0502020204030204" pitchFamily="34" charset="0"/>
                <a:ea typeface="+mn-ea"/>
                <a:cs typeface="+mn-cs"/>
              </a:rPr>
              <a:t> though. You can only automate what you can detect today. </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We can gain visibility into the way creds are used in the environment. Whether it’s an insider trying to do bad things, or an outsider trying to get in, all roads lead to credentials. Attackers covet these.</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If a customer just renewed a legacy product or stuck in a long term renewal, we can add a lot of value on top of that – it’s kind of our bread and butter. We’re the only vendor in the MQ </a:t>
            </a:r>
            <a:r>
              <a:rPr lang="en-US" sz="1000" b="0" i="0" u="none" strike="noStrike" kern="1200" dirty="0" err="1">
                <a:solidFill>
                  <a:schemeClr val="tx1"/>
                </a:solidFill>
                <a:effectLst/>
                <a:latin typeface="Calibri" panose="020F0502020204030204" pitchFamily="34" charset="0"/>
                <a:ea typeface="+mn-ea"/>
                <a:cs typeface="+mn-cs"/>
              </a:rPr>
              <a:t>thatI</a:t>
            </a:r>
            <a:r>
              <a:rPr lang="en-US" sz="1000" b="0" i="0" u="none" strike="noStrike" kern="1200" dirty="0">
                <a:solidFill>
                  <a:schemeClr val="tx1"/>
                </a:solidFill>
                <a:effectLst/>
                <a:latin typeface="Calibri" panose="020F0502020204030204" pitchFamily="34" charset="0"/>
                <a:ea typeface="+mn-ea"/>
                <a:cs typeface="+mn-cs"/>
              </a:rPr>
              <a:t> know of that can augment other solutions</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_____________________________________</a:t>
            </a:r>
          </a:p>
          <a:p>
            <a:pPr rtl="0" fontAlgn="base"/>
            <a:endParaRPr lang="en-US" sz="1000" b="0" i="0" u="none" strike="noStrike" kern="1200" dirty="0">
              <a:solidFill>
                <a:schemeClr val="tx1"/>
              </a:solidFill>
              <a:effectLst/>
              <a:latin typeface="Calibri" panose="020F0502020204030204" pitchFamily="34" charset="0"/>
              <a:ea typeface="+mn-ea"/>
              <a:cs typeface="+mn-cs"/>
            </a:endParaRPr>
          </a:p>
          <a:p>
            <a:pPr rtl="0" fontAlgn="base"/>
            <a:r>
              <a:rPr lang="en-US" sz="1000" b="0" i="0" u="none" strike="noStrike" kern="1200" dirty="0">
                <a:solidFill>
                  <a:schemeClr val="tx1"/>
                </a:solidFill>
                <a:effectLst/>
                <a:latin typeface="Calibri" panose="020F0502020204030204" pitchFamily="34" charset="0"/>
                <a:ea typeface="+mn-ea"/>
                <a:cs typeface="+mn-cs"/>
              </a:rPr>
              <a:t>CUSTOMER EXAMPLES</a:t>
            </a:r>
          </a:p>
          <a:p>
            <a:pPr rtl="0" fontAlgn="base"/>
            <a:r>
              <a:rPr lang="en-US" sz="1000" b="0" i="0" kern="1200" dirty="0">
                <a:solidFill>
                  <a:schemeClr val="tx1"/>
                </a:solidFill>
                <a:effectLst/>
                <a:latin typeface="Calibri" panose="020F0502020204030204" pitchFamily="34" charset="0"/>
                <a:ea typeface="+mn-ea"/>
                <a:cs typeface="+mn-cs"/>
              </a:rPr>
              <a:t>​</a:t>
            </a:r>
          </a:p>
          <a:p>
            <a:pPr rtl="0" fontAlgn="base"/>
            <a:r>
              <a:rPr lang="en-US" sz="1000" b="1" i="0" u="none" strike="noStrike" kern="1200" dirty="0">
                <a:solidFill>
                  <a:schemeClr val="accent4"/>
                </a:solidFill>
                <a:effectLst/>
                <a:latin typeface="Calibri" panose="020F0502020204030204" pitchFamily="34" charset="0"/>
                <a:ea typeface="+mn-ea"/>
                <a:cs typeface="+mn-cs"/>
              </a:rPr>
              <a:t>Reduce Infrastructure Costs:</a:t>
            </a:r>
            <a:r>
              <a:rPr lang="en-US" sz="1000" b="0" i="0" kern="1200" dirty="0">
                <a:solidFill>
                  <a:schemeClr val="accent4"/>
                </a:solidFill>
                <a:effectLst/>
                <a:latin typeface="Calibri" panose="020F0502020204030204" pitchFamily="34" charset="0"/>
                <a:ea typeface="+mn-ea"/>
                <a:cs typeface="+mn-cs"/>
              </a:rPr>
              <a:t>​</a:t>
            </a:r>
          </a:p>
          <a:p>
            <a:pPr rtl="0" fontAlgn="base"/>
            <a:r>
              <a:rPr lang="en-US" sz="1000" b="1" i="0" u="none" strike="noStrike" kern="1200" dirty="0">
                <a:solidFill>
                  <a:schemeClr val="tx1"/>
                </a:solidFill>
                <a:effectLst/>
                <a:latin typeface="Calibri" panose="020F0502020204030204" pitchFamily="34" charset="0"/>
                <a:ea typeface="+mn-ea"/>
                <a:cs typeface="+mn-cs"/>
              </a:rPr>
              <a:t>Levi’s Strauss &amp; Co. </a:t>
            </a:r>
            <a:r>
              <a:rPr lang="en-US" sz="1000" b="0" i="0" u="none" strike="noStrike" kern="1200" dirty="0">
                <a:solidFill>
                  <a:schemeClr val="tx1"/>
                </a:solidFill>
                <a:effectLst/>
                <a:latin typeface="Calibri" panose="020F0502020204030204" pitchFamily="34" charset="0"/>
                <a:ea typeface="+mn-ea"/>
                <a:cs typeface="+mn-cs"/>
              </a:rPr>
              <a:t>— Levi’s was looking to implement a new SIEM that would provide them better visibility in their environment. However, new visibility meant bringing in many new log sources, which would drive up logging costs since their legacy SIEM was licensed using a volume based pricing model.  They decided to implement the entire </a:t>
            </a:r>
            <a:r>
              <a:rPr lang="en-US" sz="1000" b="0" i="0" u="none" strike="noStrike" kern="1200" dirty="0" err="1">
                <a:solidFill>
                  <a:schemeClr val="tx1"/>
                </a:solidFill>
                <a:effectLst/>
                <a:latin typeface="Calibri" panose="020F0502020204030204" pitchFamily="34" charset="0"/>
                <a:ea typeface="+mn-ea"/>
                <a:cs typeface="+mn-cs"/>
              </a:rPr>
              <a:t>Exabeam</a:t>
            </a:r>
            <a:r>
              <a:rPr lang="en-US" sz="1000" b="0" i="0" u="none" strike="noStrike" kern="1200" dirty="0">
                <a:solidFill>
                  <a:schemeClr val="tx1"/>
                </a:solidFill>
                <a:effectLst/>
                <a:latin typeface="Calibri" panose="020F0502020204030204" pitchFamily="34" charset="0"/>
                <a:ea typeface="+mn-ea"/>
                <a:cs typeface="+mn-cs"/>
              </a:rPr>
              <a:t> platform with user-based licensing. As a result, they were able to ingest more data sources and improve the visibility in their environment by 5x  while also cutting costs compared to their previous solution. Amongst other benefits, </a:t>
            </a:r>
            <a:r>
              <a:rPr lang="en-US" sz="1000" b="0" i="0" u="none" strike="noStrike" kern="1200" dirty="0" err="1">
                <a:solidFill>
                  <a:schemeClr val="tx1"/>
                </a:solidFill>
                <a:effectLst/>
                <a:latin typeface="Calibri" panose="020F0502020204030204" pitchFamily="34" charset="0"/>
                <a:ea typeface="+mn-ea"/>
                <a:cs typeface="+mn-cs"/>
              </a:rPr>
              <a:t>Exabeam</a:t>
            </a:r>
            <a:r>
              <a:rPr lang="en-US" sz="1000" b="0" i="0" u="none" strike="noStrike" kern="1200" dirty="0">
                <a:solidFill>
                  <a:schemeClr val="tx1"/>
                </a:solidFill>
                <a:effectLst/>
                <a:latin typeface="Calibri" panose="020F0502020204030204" pitchFamily="34" charset="0"/>
                <a:ea typeface="+mn-ea"/>
                <a:cs typeface="+mn-cs"/>
              </a:rPr>
              <a:t> search queries ran 13x faster, improving SIEM performance. </a:t>
            </a:r>
            <a:r>
              <a:rPr lang="en-US" sz="1000" b="0" i="0" kern="1200" dirty="0">
                <a:solidFill>
                  <a:schemeClr val="tx1"/>
                </a:solidFill>
                <a:effectLst/>
                <a:latin typeface="Calibri" panose="020F0502020204030204" pitchFamily="34" charset="0"/>
                <a:ea typeface="+mn-ea"/>
                <a:cs typeface="+mn-cs"/>
              </a:rPr>
              <a:t>​</a:t>
            </a:r>
          </a:p>
          <a:p>
            <a:pPr rtl="0" fontAlgn="base"/>
            <a:r>
              <a:rPr lang="en-US" sz="1000" b="0" i="0" u="none" strike="noStrike" kern="1200" dirty="0">
                <a:solidFill>
                  <a:schemeClr val="tx1"/>
                </a:solidFill>
                <a:effectLst/>
                <a:latin typeface="Calibri" panose="020F0502020204030204" pitchFamily="34" charset="0"/>
                <a:ea typeface="+mn-ea"/>
                <a:cs typeface="+mn-cs"/>
              </a:rPr>
              <a:t>Case study available here: https://</a:t>
            </a:r>
            <a:r>
              <a:rPr lang="en-US" sz="1000" b="0" i="0" u="none" strike="noStrike" kern="1200" dirty="0" err="1">
                <a:solidFill>
                  <a:schemeClr val="tx1"/>
                </a:solidFill>
                <a:effectLst/>
                <a:latin typeface="Calibri" panose="020F0502020204030204" pitchFamily="34" charset="0"/>
                <a:ea typeface="+mn-ea"/>
                <a:cs typeface="+mn-cs"/>
              </a:rPr>
              <a:t>pages.exabeam.com</a:t>
            </a:r>
            <a:r>
              <a:rPr lang="en-US" sz="1000" b="0" i="0" u="none" strike="noStrike" kern="1200" dirty="0">
                <a:solidFill>
                  <a:schemeClr val="tx1"/>
                </a:solidFill>
                <a:effectLst/>
                <a:latin typeface="Calibri" panose="020F0502020204030204" pitchFamily="34" charset="0"/>
                <a:ea typeface="+mn-ea"/>
                <a:cs typeface="+mn-cs"/>
              </a:rPr>
              <a:t>/</a:t>
            </a:r>
            <a:r>
              <a:rPr lang="en-US" sz="1000" b="0" i="0" u="none" strike="noStrike" kern="1200" dirty="0" err="1">
                <a:solidFill>
                  <a:schemeClr val="tx1"/>
                </a:solidFill>
                <a:effectLst/>
                <a:latin typeface="Calibri" panose="020F0502020204030204" pitchFamily="34" charset="0"/>
                <a:ea typeface="+mn-ea"/>
                <a:cs typeface="+mn-cs"/>
              </a:rPr>
              <a:t>rs</a:t>
            </a:r>
            <a:r>
              <a:rPr lang="en-US" sz="1000" b="0" i="0" u="none" strike="noStrike" kern="1200" dirty="0">
                <a:solidFill>
                  <a:schemeClr val="tx1"/>
                </a:solidFill>
                <a:effectLst/>
                <a:latin typeface="Calibri" panose="020F0502020204030204" pitchFamily="34" charset="0"/>
                <a:ea typeface="+mn-ea"/>
                <a:cs typeface="+mn-cs"/>
              </a:rPr>
              <a:t>/432-FPK-252/images/EXA_Case-Study_Levis_10_14.pdf</a:t>
            </a:r>
            <a:r>
              <a:rPr lang="en-US" sz="1000" b="0" i="0" kern="1200" dirty="0">
                <a:solidFill>
                  <a:schemeClr val="tx1"/>
                </a:solidFill>
                <a:effectLst/>
                <a:latin typeface="Calibri" panose="020F0502020204030204" pitchFamily="34" charset="0"/>
                <a:ea typeface="+mn-ea"/>
                <a:cs typeface="+mn-cs"/>
              </a:rPr>
              <a:t>​</a:t>
            </a:r>
          </a:p>
          <a:p>
            <a:pPr rtl="0" fontAlgn="base"/>
            <a:r>
              <a:rPr lang="en-US" sz="1000" b="0" i="0" kern="1200" dirty="0">
                <a:solidFill>
                  <a:schemeClr val="tx1"/>
                </a:solidFill>
                <a:effectLst/>
                <a:latin typeface="Calibri" panose="020F0502020204030204" pitchFamily="34" charset="0"/>
                <a:ea typeface="+mn-ea"/>
                <a:cs typeface="+mn-cs"/>
              </a:rPr>
              <a:t>​</a:t>
            </a:r>
          </a:p>
          <a:p>
            <a:pPr rtl="0" fontAlgn="base"/>
            <a:r>
              <a:rPr lang="en-US" sz="1000" b="1" i="0" u="none" strike="noStrike" kern="1200" dirty="0">
                <a:solidFill>
                  <a:schemeClr val="accent4"/>
                </a:solidFill>
                <a:effectLst/>
                <a:latin typeface="Calibri" panose="020F0502020204030204" pitchFamily="34" charset="0"/>
                <a:ea typeface="+mn-ea"/>
                <a:cs typeface="+mn-cs"/>
              </a:rPr>
              <a:t>Find Advanced Threats</a:t>
            </a:r>
            <a:r>
              <a:rPr lang="en-US" sz="1000" b="0" i="0" u="none" strike="noStrike" kern="1200" dirty="0">
                <a:solidFill>
                  <a:schemeClr val="accent4"/>
                </a:solidFill>
                <a:effectLst/>
                <a:latin typeface="Calibri" panose="020F0502020204030204" pitchFamily="34" charset="0"/>
                <a:ea typeface="+mn-ea"/>
                <a:cs typeface="+mn-cs"/>
              </a:rPr>
              <a:t>: </a:t>
            </a:r>
            <a:r>
              <a:rPr lang="en-US" sz="1000" b="0" i="0" kern="1200" dirty="0">
                <a:solidFill>
                  <a:schemeClr val="accent4"/>
                </a:solidFill>
                <a:effectLst/>
                <a:latin typeface="Calibri" panose="020F0502020204030204" pitchFamily="34" charset="0"/>
                <a:ea typeface="+mn-ea"/>
                <a:cs typeface="+mn-cs"/>
              </a:rPr>
              <a:t>​</a:t>
            </a:r>
          </a:p>
          <a:p>
            <a:pPr fontAlgn="base"/>
            <a:r>
              <a:rPr lang="en-US" sz="1000" b="1" kern="1200" dirty="0">
                <a:solidFill>
                  <a:schemeClr val="tx1"/>
                </a:solidFill>
                <a:effectLst/>
                <a:latin typeface="Calibri" panose="020F0502020204030204" pitchFamily="34" charset="0"/>
                <a:ea typeface="+mn-ea"/>
                <a:cs typeface="+mn-cs"/>
              </a:rPr>
              <a:t>Safeway – POS Malware Detection</a:t>
            </a:r>
            <a:endParaRPr lang="en-US" sz="1000" kern="1200" dirty="0">
              <a:solidFill>
                <a:schemeClr val="tx1"/>
              </a:solidFill>
              <a:effectLst/>
              <a:latin typeface="Calibri" panose="020F0502020204030204" pitchFamily="34" charset="0"/>
              <a:ea typeface="+mn-ea"/>
              <a:cs typeface="+mn-cs"/>
            </a:endParaRPr>
          </a:p>
          <a:p>
            <a:r>
              <a:rPr lang="en-US" sz="1000" kern="1200" dirty="0">
                <a:solidFill>
                  <a:schemeClr val="tx1"/>
                </a:solidFill>
                <a:effectLst/>
                <a:latin typeface="Calibri" panose="020F0502020204030204" pitchFamily="34" charset="0"/>
                <a:ea typeface="+mn-ea"/>
                <a:cs typeface="+mn-cs"/>
              </a:rPr>
              <a:t>Safeway had two networks which were supposed to be fully separated: a corporate network and a retail Point of Sale (POS) network. When they deployed </a:t>
            </a:r>
            <a:r>
              <a:rPr lang="en-US" sz="1000" kern="1200" dirty="0" err="1">
                <a:solidFill>
                  <a:schemeClr val="tx1"/>
                </a:solidFill>
                <a:effectLst/>
                <a:latin typeface="Calibri" panose="020F0502020204030204" pitchFamily="34" charset="0"/>
                <a:ea typeface="+mn-ea"/>
                <a:cs typeface="+mn-cs"/>
              </a:rPr>
              <a:t>Exabeam</a:t>
            </a:r>
            <a:r>
              <a:rPr lang="en-US" sz="1000" kern="1200" dirty="0">
                <a:solidFill>
                  <a:schemeClr val="tx1"/>
                </a:solidFill>
                <a:effectLst/>
                <a:latin typeface="Calibri" panose="020F0502020204030204" pitchFamily="34" charset="0"/>
                <a:ea typeface="+mn-ea"/>
                <a:cs typeface="+mn-cs"/>
              </a:rPr>
              <a:t> they discovered that an HR employee had been accessing over 1,700 Point of Sales systems within the retail network.  This was a big problem because those machines had highly sensitive customer data.  </a:t>
            </a:r>
          </a:p>
          <a:p>
            <a:r>
              <a:rPr lang="en-US" sz="1000" kern="1200" dirty="0">
                <a:solidFill>
                  <a:schemeClr val="tx1"/>
                </a:solidFill>
                <a:effectLst/>
                <a:latin typeface="Calibri" panose="020F0502020204030204" pitchFamily="34" charset="0"/>
                <a:ea typeface="+mn-ea"/>
                <a:cs typeface="+mn-cs"/>
              </a:rPr>
              <a:t> </a:t>
            </a:r>
          </a:p>
          <a:p>
            <a:r>
              <a:rPr lang="en-US" sz="1000" kern="1200" dirty="0">
                <a:solidFill>
                  <a:schemeClr val="tx1"/>
                </a:solidFill>
                <a:effectLst/>
                <a:latin typeface="Calibri" panose="020F0502020204030204" pitchFamily="34" charset="0"/>
                <a:ea typeface="+mn-ea"/>
                <a:cs typeface="+mn-cs"/>
              </a:rPr>
              <a:t>Safeway had been using Active directory and 2 factor authentication to limit access to the POS network. They also had correlation rules in place such that </a:t>
            </a:r>
            <a:r>
              <a:rPr lang="en-US" sz="1000" b="1" kern="1200" dirty="0">
                <a:solidFill>
                  <a:schemeClr val="tx1"/>
                </a:solidFill>
                <a:effectLst/>
                <a:latin typeface="Calibri" panose="020F0502020204030204" pitchFamily="34" charset="0"/>
                <a:ea typeface="+mn-ea"/>
                <a:cs typeface="+mn-cs"/>
              </a:rPr>
              <a:t>failed log-ins</a:t>
            </a:r>
            <a:r>
              <a:rPr lang="en-US" sz="1000" kern="1200" dirty="0">
                <a:solidFill>
                  <a:schemeClr val="tx1"/>
                </a:solidFill>
                <a:effectLst/>
                <a:latin typeface="Calibri" panose="020F0502020204030204" pitchFamily="34" charset="0"/>
                <a:ea typeface="+mn-ea"/>
                <a:cs typeface="+mn-cs"/>
              </a:rPr>
              <a:t> would generate an alert to clue security teams in that someone as attempting to access this network. The problem came from the fact that there was nothing in place to track if the </a:t>
            </a:r>
            <a:r>
              <a:rPr lang="en-US" sz="1000" b="1" kern="1200" dirty="0">
                <a:solidFill>
                  <a:schemeClr val="tx1"/>
                </a:solidFill>
                <a:effectLst/>
                <a:latin typeface="Calibri" panose="020F0502020204030204" pitchFamily="34" charset="0"/>
                <a:ea typeface="+mn-ea"/>
                <a:cs typeface="+mn-cs"/>
              </a:rPr>
              <a:t>wrong</a:t>
            </a:r>
            <a:r>
              <a:rPr lang="en-US" sz="1000" kern="1200" dirty="0">
                <a:solidFill>
                  <a:schemeClr val="tx1"/>
                </a:solidFill>
                <a:effectLst/>
                <a:latin typeface="Calibri" panose="020F0502020204030204" pitchFamily="34" charset="0"/>
                <a:ea typeface="+mn-ea"/>
                <a:cs typeface="+mn-cs"/>
              </a:rPr>
              <a:t> </a:t>
            </a:r>
            <a:r>
              <a:rPr lang="en-US" sz="1000" b="1" kern="1200" dirty="0">
                <a:solidFill>
                  <a:schemeClr val="tx1"/>
                </a:solidFill>
                <a:effectLst/>
                <a:latin typeface="Calibri" panose="020F0502020204030204" pitchFamily="34" charset="0"/>
                <a:ea typeface="+mn-ea"/>
                <a:cs typeface="+mn-cs"/>
              </a:rPr>
              <a:t>users</a:t>
            </a:r>
            <a:r>
              <a:rPr lang="en-US" sz="1000" kern="1200" dirty="0">
                <a:solidFill>
                  <a:schemeClr val="tx1"/>
                </a:solidFill>
                <a:effectLst/>
                <a:latin typeface="Calibri" panose="020F0502020204030204" pitchFamily="34" charset="0"/>
                <a:ea typeface="+mn-ea"/>
                <a:cs typeface="+mn-cs"/>
              </a:rPr>
              <a:t> had </a:t>
            </a:r>
            <a:r>
              <a:rPr lang="en-US" sz="1000" b="1" kern="1200" dirty="0">
                <a:solidFill>
                  <a:schemeClr val="tx1"/>
                </a:solidFill>
                <a:effectLst/>
                <a:latin typeface="Calibri" panose="020F0502020204030204" pitchFamily="34" charset="0"/>
                <a:ea typeface="+mn-ea"/>
                <a:cs typeface="+mn-cs"/>
              </a:rPr>
              <a:t>successfully logged</a:t>
            </a:r>
            <a:r>
              <a:rPr lang="en-US" sz="1000" kern="1200" dirty="0">
                <a:solidFill>
                  <a:schemeClr val="tx1"/>
                </a:solidFill>
                <a:effectLst/>
                <a:latin typeface="Calibri" panose="020F0502020204030204" pitchFamily="34" charset="0"/>
                <a:ea typeface="+mn-ea"/>
                <a:cs typeface="+mn-cs"/>
              </a:rPr>
              <a:t> into the retail network. </a:t>
            </a:r>
            <a:r>
              <a:rPr lang="en-US" sz="1000" kern="1200" dirty="0" err="1">
                <a:solidFill>
                  <a:schemeClr val="tx1"/>
                </a:solidFill>
                <a:effectLst/>
                <a:latin typeface="Calibri" panose="020F0502020204030204" pitchFamily="34" charset="0"/>
                <a:ea typeface="+mn-ea"/>
                <a:cs typeface="+mn-cs"/>
              </a:rPr>
              <a:t>Exabeam</a:t>
            </a:r>
            <a:r>
              <a:rPr lang="en-US" sz="1000" kern="1200" dirty="0">
                <a:solidFill>
                  <a:schemeClr val="tx1"/>
                </a:solidFill>
                <a:effectLst/>
                <a:latin typeface="Calibri" panose="020F0502020204030204" pitchFamily="34" charset="0"/>
                <a:ea typeface="+mn-ea"/>
                <a:cs typeface="+mn-cs"/>
              </a:rPr>
              <a:t> was able to detect this problem because we do NOT use rules for detection, we use behavioral modeling. It was anomalous at Safeway for someone in HR to be accessing the retail network.  </a:t>
            </a:r>
          </a:p>
          <a:p>
            <a:r>
              <a:rPr lang="en-US" sz="1000" kern="1200" dirty="0">
                <a:solidFill>
                  <a:schemeClr val="tx1"/>
                </a:solidFill>
                <a:effectLst/>
                <a:latin typeface="Calibri" panose="020F0502020204030204" pitchFamily="34" charset="0"/>
                <a:ea typeface="+mn-ea"/>
                <a:cs typeface="+mn-cs"/>
              </a:rPr>
              <a:t> </a:t>
            </a:r>
          </a:p>
          <a:p>
            <a:r>
              <a:rPr lang="en-US" sz="1000" kern="1200" dirty="0">
                <a:solidFill>
                  <a:schemeClr val="tx1"/>
                </a:solidFill>
                <a:effectLst/>
                <a:latin typeface="Calibri" panose="020F0502020204030204" pitchFamily="34" charset="0"/>
                <a:ea typeface="+mn-ea"/>
                <a:cs typeface="+mn-cs"/>
              </a:rPr>
              <a:t>By implementing </a:t>
            </a:r>
            <a:r>
              <a:rPr lang="en-US" sz="1000" kern="1200" dirty="0" err="1">
                <a:solidFill>
                  <a:schemeClr val="tx1"/>
                </a:solidFill>
                <a:effectLst/>
                <a:latin typeface="Calibri" panose="020F0502020204030204" pitchFamily="34" charset="0"/>
                <a:ea typeface="+mn-ea"/>
                <a:cs typeface="+mn-cs"/>
              </a:rPr>
              <a:t>Exabeam</a:t>
            </a:r>
            <a:r>
              <a:rPr lang="en-US" sz="1000" kern="1200" dirty="0">
                <a:solidFill>
                  <a:schemeClr val="tx1"/>
                </a:solidFill>
                <a:effectLst/>
                <a:latin typeface="Calibri" panose="020F0502020204030204" pitchFamily="34" charset="0"/>
                <a:ea typeface="+mn-ea"/>
                <a:cs typeface="+mn-cs"/>
              </a:rPr>
              <a:t>, Safeway was able to detect this threat and discover:</a:t>
            </a:r>
          </a:p>
          <a:p>
            <a:pPr marL="171450" lvl="0" indent="-171450">
              <a:buFont typeface="Arial" panose="020B0604020202020204" pitchFamily="34" charset="0"/>
              <a:buChar char="•"/>
            </a:pPr>
            <a:r>
              <a:rPr lang="en-US" sz="1000" kern="1200" dirty="0">
                <a:solidFill>
                  <a:schemeClr val="tx1"/>
                </a:solidFill>
                <a:effectLst/>
                <a:latin typeface="Calibri" panose="020F0502020204030204" pitchFamily="34" charset="0"/>
                <a:ea typeface="+mn-ea"/>
                <a:cs typeface="+mn-cs"/>
              </a:rPr>
              <a:t>Their 2FA had was misconfigured and wasn’t doing its job.   </a:t>
            </a:r>
          </a:p>
          <a:p>
            <a:pPr marL="171450" lvl="0" indent="-171450">
              <a:buFont typeface="Arial" panose="020B0604020202020204" pitchFamily="34" charset="0"/>
              <a:buChar char="•"/>
            </a:pPr>
            <a:r>
              <a:rPr lang="en-US" sz="1000" kern="1200" dirty="0">
                <a:solidFill>
                  <a:schemeClr val="tx1"/>
                </a:solidFill>
                <a:effectLst/>
                <a:latin typeface="Calibri" panose="020F0502020204030204" pitchFamily="34" charset="0"/>
                <a:ea typeface="+mn-ea"/>
                <a:cs typeface="+mn-cs"/>
              </a:rPr>
              <a:t>The user involved had been infected with malware </a:t>
            </a:r>
          </a:p>
          <a:p>
            <a:pPr rtl="0" fontAlgn="base"/>
            <a:r>
              <a:rPr lang="en-US" sz="1000" b="0" i="0" kern="1200" dirty="0">
                <a:solidFill>
                  <a:schemeClr val="tx1"/>
                </a:solidFill>
                <a:effectLst/>
                <a:latin typeface="Calibri" panose="020F0502020204030204" pitchFamily="34" charset="0"/>
                <a:ea typeface="+mn-ea"/>
                <a:cs typeface="+mn-cs"/>
              </a:rPr>
              <a:t>​</a:t>
            </a:r>
          </a:p>
          <a:p>
            <a:pPr rtl="0" fontAlgn="base"/>
            <a:r>
              <a:rPr lang="en-US" sz="1000" b="1" i="0" u="none" strike="noStrike" kern="1200" dirty="0">
                <a:solidFill>
                  <a:schemeClr val="tx1"/>
                </a:solidFill>
                <a:effectLst/>
                <a:latin typeface="Calibri" panose="020F0502020204030204" pitchFamily="34" charset="0"/>
                <a:ea typeface="+mn-ea"/>
                <a:cs typeface="+mn-cs"/>
              </a:rPr>
              <a:t>Analyst Productivity: </a:t>
            </a:r>
            <a:r>
              <a:rPr lang="en-US" sz="1000" b="0" i="0" kern="1200" dirty="0">
                <a:solidFill>
                  <a:schemeClr val="tx1"/>
                </a:solidFill>
                <a:effectLst/>
                <a:latin typeface="Calibri" panose="020F0502020204030204" pitchFamily="34" charset="0"/>
                <a:ea typeface="+mn-ea"/>
                <a:cs typeface="+mn-cs"/>
              </a:rPr>
              <a:t>​</a:t>
            </a:r>
          </a:p>
          <a:p>
            <a:pPr rtl="0" fontAlgn="base"/>
            <a:r>
              <a:rPr lang="en-US" sz="1000" b="1" i="0" u="none" strike="noStrike" kern="1200" dirty="0">
                <a:solidFill>
                  <a:schemeClr val="tx1"/>
                </a:solidFill>
                <a:effectLst/>
                <a:latin typeface="Calibri" panose="020F0502020204030204" pitchFamily="34" charset="0"/>
                <a:ea typeface="+mn-ea"/>
                <a:cs typeface="+mn-cs"/>
              </a:rPr>
              <a:t>ADP </a:t>
            </a:r>
            <a:r>
              <a:rPr lang="en-US" sz="1000" b="0" i="0" u="none" strike="noStrike" kern="1200" dirty="0">
                <a:solidFill>
                  <a:schemeClr val="tx1"/>
                </a:solidFill>
                <a:effectLst/>
                <a:latin typeface="Calibri" panose="020F0502020204030204" pitchFamily="34" charset="0"/>
                <a:ea typeface="+mn-ea"/>
                <a:cs typeface="+mn-cs"/>
              </a:rPr>
              <a:t>— </a:t>
            </a:r>
            <a:r>
              <a:rPr lang="en-US" sz="1000" b="1" i="0" kern="1200" dirty="0">
                <a:solidFill>
                  <a:schemeClr val="tx1"/>
                </a:solidFill>
                <a:effectLst/>
                <a:latin typeface="Calibri" panose="020F0502020204030204" pitchFamily="34" charset="0"/>
                <a:ea typeface="+mn-ea"/>
                <a:cs typeface="+mn-cs"/>
              </a:rPr>
              <a:t>Situational awareness </a:t>
            </a:r>
          </a:p>
          <a:p>
            <a:r>
              <a:rPr lang="en-US" dirty="0"/>
              <a:t>Before implementing </a:t>
            </a:r>
            <a:r>
              <a:rPr lang="en-US" dirty="0" err="1"/>
              <a:t>Exabeam</a:t>
            </a:r>
            <a:r>
              <a:rPr lang="en-US" dirty="0"/>
              <a:t>, performing investigations to truly understand what happened with any specific security alert, could take the ADP team more than a week. This investigation took more than a week because the process of understanding the scope of an attack (e.g. determining the involved users, work stations, network segments, files, etc.), and establishing the incident timeline and sequence of activities—required teams to gather a huge amount of evidence and assemble it into a timeline by querying and pivoting in their SIEM. </a:t>
            </a:r>
          </a:p>
          <a:p>
            <a:endParaRPr lang="en-US" dirty="0"/>
          </a:p>
          <a:p>
            <a:r>
              <a:rPr lang="en-US" dirty="0"/>
              <a:t>With </a:t>
            </a:r>
            <a:r>
              <a:rPr lang="en-US" dirty="0" err="1"/>
              <a:t>Exabeam</a:t>
            </a:r>
            <a:r>
              <a:rPr lang="en-US" dirty="0"/>
              <a:t>, ADP was able to take any artifact from any alert or security tool—for example a user name, IP address, alert ID, or host name—and input it into the </a:t>
            </a:r>
            <a:r>
              <a:rPr lang="en-US" dirty="0" err="1"/>
              <a:t>Exabeam</a:t>
            </a:r>
            <a:r>
              <a:rPr lang="en-US" dirty="0"/>
              <a:t> search bar to instantly obtain a machine-built incident timeline including that item. These machine-built timelines show the surrounding context around that artifact or alert, include what happened, in what order, whether it was normal or not, and what happened before and after it.  ADP refers to this capability as situational awareness; it enables their team to rapidly investigate threats with a friendly, easy to use interface—almost like an “always on threat hunting.”</a:t>
            </a:r>
          </a:p>
          <a:p>
            <a:r>
              <a:rPr lang="en-US" dirty="0"/>
              <a:t>Video testimonial here: </a:t>
            </a:r>
            <a:r>
              <a:rPr lang="en-US" dirty="0">
                <a:hlinkClick r:id="rId3"/>
              </a:rPr>
              <a:t>https://www.youtube.com/watch?v=7hOBdFQQ59U</a:t>
            </a:r>
            <a:endParaRPr lang="en-US" dirty="0"/>
          </a:p>
        </p:txBody>
      </p:sp>
      <p:sp>
        <p:nvSpPr>
          <p:cNvPr id="4" name="Footer Placeholder 3"/>
          <p:cNvSpPr>
            <a:spLocks noGrp="1"/>
          </p:cNvSpPr>
          <p:nvPr>
            <p:ph type="ftr" sz="quarter" idx="10"/>
          </p:nvPr>
        </p:nvSpPr>
        <p:spPr/>
        <p:txBody>
          <a:bodyPr/>
          <a:lstStyle/>
          <a:p>
            <a:r>
              <a:rPr lang="en-US" dirty="0"/>
              <a:t>Copyright © 2020 Exabeam, Inc. All Rights Reserved. CONFIDENTIAL.</a:t>
            </a:r>
          </a:p>
        </p:txBody>
      </p:sp>
      <p:sp>
        <p:nvSpPr>
          <p:cNvPr id="5" name="Slide Number Placeholder 4"/>
          <p:cNvSpPr>
            <a:spLocks noGrp="1"/>
          </p:cNvSpPr>
          <p:nvPr>
            <p:ph type="sldNum" sz="quarter" idx="11"/>
          </p:nvPr>
        </p:nvSpPr>
        <p:spPr/>
        <p:txBody>
          <a:bodyPr/>
          <a:lstStyle/>
          <a:p>
            <a:fld id="{B97EFF7B-608F-4883-A3FB-C85EEF023762}" type="slidenum">
              <a:rPr lang="en-US" smtClean="0"/>
              <a:pPr/>
              <a:t>3</a:t>
            </a:fld>
            <a:endParaRPr lang="en-US" dirty="0"/>
          </a:p>
        </p:txBody>
      </p:sp>
    </p:spTree>
    <p:extLst>
      <p:ext uri="{BB962C8B-B14F-4D97-AF65-F5344CB8AC3E}">
        <p14:creationId xmlns:p14="http://schemas.microsoft.com/office/powerpoint/2010/main" val="932302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fontAlgn="base"/>
            <a:r>
              <a:rPr lang="en-US" sz="1200" b="0" i="1" u="none" strike="noStrike" kern="1200" dirty="0">
                <a:solidFill>
                  <a:schemeClr val="tx1"/>
                </a:solidFill>
                <a:effectLst/>
                <a:latin typeface="Calibri" panose="020F0502020204030204" pitchFamily="34" charset="0"/>
                <a:ea typeface="+mn-ea"/>
                <a:cs typeface="+mn-cs"/>
              </a:rPr>
              <a:t>// Feel free to skip this slide, I like to use it as a reminder that what they are looking at in timelines is automated, and filling in a ton of information other tools aren’t providing.//</a:t>
            </a:r>
          </a:p>
          <a:p>
            <a:pPr marL="0" marR="0" lvl="0" indent="0" defTabSz="914400" eaLnBrk="1" fontAlgn="base"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want to show you how </a:t>
            </a:r>
            <a:r>
              <a:rPr lang="en-US" sz="1200" kern="1200" dirty="0" err="1">
                <a:solidFill>
                  <a:schemeClr val="tx1"/>
                </a:solidFill>
                <a:effectLst/>
                <a:latin typeface="+mn-lt"/>
                <a:ea typeface="+mn-ea"/>
                <a:cs typeface="+mn-cs"/>
              </a:rPr>
              <a:t>Exabeam</a:t>
            </a:r>
            <a:r>
              <a:rPr lang="en-US" sz="1200" kern="1200" dirty="0">
                <a:solidFill>
                  <a:schemeClr val="tx1"/>
                </a:solidFill>
                <a:effectLst/>
                <a:latin typeface="+mn-lt"/>
                <a:ea typeface="+mn-ea"/>
                <a:cs typeface="+mn-cs"/>
              </a:rPr>
              <a:t> not only automates the detection and investigation, but also answers the questions analysts generally have when they see an alert. The red bit at the top of the screen is an EDR alert, and an alert like this is where many analysts start their investigations. They need to figure out what happened before, during, and after this alert firing. </a:t>
            </a:r>
          </a:p>
          <a:p>
            <a:pPr marL="0" marR="0" lvl="0" indent="0" defTabSz="914400" eaLnBrk="1" fontAlgn="base"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And in this real world scenario, we are using only 3 log sources, yes, only 3 log sources; and this is not a customized deployment, it’s prebuilt; without any custom rules.</a:t>
            </a:r>
            <a:r>
              <a:rPr lang="en-US" dirty="0">
                <a:solidFill>
                  <a:schemeClr val="bg1"/>
                </a:solidFill>
              </a:rPr>
              <a:t> </a:t>
            </a:r>
          </a:p>
          <a:p>
            <a:pPr marL="0" marR="0" lvl="0" indent="0" defTabSz="914400" eaLnBrk="1" fontAlgn="base" latinLnBrk="0" hangingPunct="1">
              <a:lnSpc>
                <a:spcPct val="100000"/>
              </a:lnSpc>
              <a:spcBef>
                <a:spcPts val="0"/>
              </a:spcBef>
              <a:spcAft>
                <a:spcPts val="0"/>
              </a:spcAft>
              <a:buClrTx/>
              <a:buSzTx/>
              <a:buFontTx/>
              <a:buNone/>
              <a:tabLst/>
              <a:defRPr/>
            </a:pPr>
            <a:endParaRPr lang="en-US" dirty="0">
              <a:solidFill>
                <a:schemeClr val="bg1"/>
              </a:solidFill>
            </a:endParaRPr>
          </a:p>
          <a:p>
            <a:pPr marL="0" marR="0" lvl="0" indent="0" defTabSz="914400" eaLnBrk="1" fontAlgn="base" latinLnBrk="0" hangingPunct="1">
              <a:lnSpc>
                <a:spcPct val="100000"/>
              </a:lnSpc>
              <a:spcBef>
                <a:spcPts val="0"/>
              </a:spcBef>
              <a:spcAft>
                <a:spcPts val="0"/>
              </a:spcAft>
              <a:buClrTx/>
              <a:buSzTx/>
              <a:buFontTx/>
              <a:buNone/>
              <a:tabLst/>
              <a:defRPr/>
            </a:pPr>
            <a:r>
              <a:rPr lang="en-US" dirty="0">
                <a:solidFill>
                  <a:schemeClr val="bg1"/>
                </a:solidFill>
              </a:rPr>
              <a:t>Again, none of these questions about the attack are answered by a single alert</a:t>
            </a:r>
          </a:p>
          <a:p>
            <a:pPr marL="0" marR="0" lvl="0" indent="0" defTabSz="914400" eaLnBrk="1" fontAlgn="base" latinLnBrk="0" hangingPunct="1">
              <a:lnSpc>
                <a:spcPct val="100000"/>
              </a:lnSpc>
              <a:spcBef>
                <a:spcPts val="0"/>
              </a:spcBef>
              <a:spcAft>
                <a:spcPts val="0"/>
              </a:spcAft>
              <a:buClrTx/>
              <a:buSzTx/>
              <a:buFontTx/>
              <a:buNone/>
              <a:tabLst/>
              <a:defRPr/>
            </a:pPr>
            <a:br>
              <a:rPr lang="en-US" dirty="0">
                <a:solidFill>
                  <a:schemeClr val="bg1"/>
                </a:solidFill>
              </a:rPr>
            </a:br>
            <a:r>
              <a:rPr lang="en-US" dirty="0">
                <a:solidFill>
                  <a:schemeClr val="bg1"/>
                </a:solidFill>
              </a:rPr>
              <a:t>(click)</a:t>
            </a:r>
          </a:p>
          <a:p>
            <a:pPr marL="0" marR="0" lvl="0" indent="0" defTabSz="914400" eaLnBrk="1" fontAlgn="base" latinLnBrk="0" hangingPunct="1">
              <a:lnSpc>
                <a:spcPct val="100000"/>
              </a:lnSpc>
              <a:spcBef>
                <a:spcPts val="0"/>
              </a:spcBef>
              <a:spcAft>
                <a:spcPts val="0"/>
              </a:spcAft>
              <a:buClrTx/>
              <a:buSzTx/>
              <a:buFontTx/>
              <a:buNone/>
              <a:tabLst/>
              <a:defRPr/>
            </a:pPr>
            <a:r>
              <a:rPr lang="en-US" b="1" dirty="0">
                <a:solidFill>
                  <a:schemeClr val="bg1"/>
                </a:solidFill>
              </a:rPr>
              <a:t>What was the initial user access – location, OS, browser?</a:t>
            </a:r>
            <a:endParaRPr lang="en-US" sz="1200" b="1"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(click)</a:t>
            </a:r>
          </a:p>
          <a:p>
            <a:pPr lvl="0" fontAlgn="base"/>
            <a:r>
              <a:rPr lang="en-US" sz="1200" kern="1200" dirty="0">
                <a:solidFill>
                  <a:schemeClr val="tx1"/>
                </a:solidFill>
                <a:effectLst/>
                <a:latin typeface="+mn-lt"/>
                <a:ea typeface="+mn-ea"/>
                <a:cs typeface="+mn-cs"/>
              </a:rPr>
              <a:t>1st we see initial access coming in from Singapore (1st time for the user and for the org). </a:t>
            </a:r>
          </a:p>
          <a:p>
            <a:pPr lvl="0" fontAlgn="base"/>
            <a:r>
              <a:rPr lang="en-US" sz="1200" kern="1200" dirty="0">
                <a:solidFill>
                  <a:schemeClr val="tx1"/>
                </a:solidFill>
                <a:effectLst/>
                <a:latin typeface="+mn-lt"/>
                <a:ea typeface="+mn-ea"/>
                <a:cs typeface="+mn-cs"/>
              </a:rPr>
              <a:t>(click)</a:t>
            </a:r>
          </a:p>
          <a:p>
            <a:pPr lvl="0" fontAlgn="base"/>
            <a:r>
              <a:rPr lang="en-US" dirty="0">
                <a:solidFill>
                  <a:schemeClr val="accent1"/>
                </a:solidFill>
              </a:rPr>
              <a:t>Where did they go in the environment? What assets did the user access?</a:t>
            </a:r>
          </a:p>
          <a:p>
            <a:pPr lvl="0" fontAlgn="base"/>
            <a:r>
              <a:rPr lang="en-US" sz="1200" kern="1200" dirty="0">
                <a:solidFill>
                  <a:schemeClr val="tx1"/>
                </a:solidFill>
                <a:effectLst/>
                <a:latin typeface="+mn-lt"/>
                <a:ea typeface="+mn-ea"/>
                <a:cs typeface="+mn-cs"/>
              </a:rPr>
              <a:t>(click)</a:t>
            </a:r>
          </a:p>
          <a:p>
            <a:pPr lvl="0" fontAlgn="base"/>
            <a:r>
              <a:rPr lang="en-US" sz="1200" kern="1200" dirty="0">
                <a:solidFill>
                  <a:schemeClr val="tx1"/>
                </a:solidFill>
                <a:effectLst/>
                <a:latin typeface="+mn-lt"/>
                <a:ea typeface="+mn-ea"/>
                <a:cs typeface="+mn-cs"/>
              </a:rPr>
              <a:t>Well, an hour later we see what appears to be lateral movement where the user accesses multiple assets for the first time.</a:t>
            </a:r>
          </a:p>
          <a:p>
            <a:pPr lvl="0" fontAlgn="base"/>
            <a:endParaRPr lang="en-US" sz="1200" kern="1200" dirty="0">
              <a:solidFill>
                <a:schemeClr val="tx1"/>
              </a:solidFill>
              <a:effectLst/>
              <a:latin typeface="+mn-lt"/>
              <a:ea typeface="+mn-ea"/>
              <a:cs typeface="+mn-cs"/>
            </a:endParaRPr>
          </a:p>
          <a:p>
            <a:pPr lvl="0" fontAlgn="base"/>
            <a:r>
              <a:rPr lang="en-US" sz="1200" kern="1200" dirty="0">
                <a:solidFill>
                  <a:schemeClr val="tx1"/>
                </a:solidFill>
                <a:effectLst/>
                <a:latin typeface="+mn-lt"/>
                <a:ea typeface="+mn-ea"/>
                <a:cs typeface="+mn-cs"/>
              </a:rPr>
              <a:t>A few hours later (in the green text) we generate our first notable user. At this point the customer knows nothing; they only know what Exabeam is telling them - there's some weird behavior.</a:t>
            </a:r>
          </a:p>
          <a:p>
            <a:pPr lvl="0" fontAlgn="base"/>
            <a:endParaRPr lang="en-US" sz="1200" kern="1200" dirty="0">
              <a:solidFill>
                <a:schemeClr val="tx1"/>
              </a:solidFill>
              <a:effectLst/>
              <a:latin typeface="+mn-lt"/>
              <a:ea typeface="+mn-ea"/>
              <a:cs typeface="+mn-cs"/>
            </a:endParaRPr>
          </a:p>
          <a:p>
            <a:pPr lvl="0" fontAlgn="base"/>
            <a:r>
              <a:rPr lang="en-US" sz="1200" kern="1200" dirty="0">
                <a:solidFill>
                  <a:schemeClr val="tx1"/>
                </a:solidFill>
                <a:effectLst/>
                <a:latin typeface="+mn-lt"/>
                <a:ea typeface="+mn-ea"/>
                <a:cs typeface="+mn-cs"/>
              </a:rPr>
              <a:t>Next we see more lateral movement where the attacker pivots from the initial host and uses RDP to move to </a:t>
            </a:r>
            <a:r>
              <a:rPr lang="en-US" sz="1200" kern="1200" dirty="0" err="1">
                <a:solidFill>
                  <a:schemeClr val="tx1"/>
                </a:solidFill>
                <a:effectLst/>
                <a:latin typeface="+mn-lt"/>
                <a:ea typeface="+mn-ea"/>
                <a:cs typeface="+mn-cs"/>
              </a:rPr>
              <a:t>ServerX</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(click)</a:t>
            </a:r>
          </a:p>
          <a:p>
            <a:pPr lvl="0" fontAlgn="base"/>
            <a:r>
              <a:rPr lang="en-US" sz="1200" kern="1200" dirty="0">
                <a:solidFill>
                  <a:schemeClr val="tx1"/>
                </a:solidFill>
                <a:effectLst/>
                <a:latin typeface="+mn-lt"/>
                <a:ea typeface="+mn-ea"/>
                <a:cs typeface="+mn-cs"/>
              </a:rPr>
              <a:t>AND Several HOURS from when </a:t>
            </a:r>
            <a:r>
              <a:rPr lang="en-US" sz="1200" kern="1200" dirty="0" err="1">
                <a:solidFill>
                  <a:schemeClr val="tx1"/>
                </a:solidFill>
                <a:effectLst/>
                <a:latin typeface="+mn-lt"/>
                <a:ea typeface="+mn-ea"/>
                <a:cs typeface="+mn-cs"/>
              </a:rPr>
              <a:t>Exabeam</a:t>
            </a:r>
            <a:r>
              <a:rPr lang="en-US" sz="1200" kern="1200" dirty="0">
                <a:solidFill>
                  <a:schemeClr val="tx1"/>
                </a:solidFill>
                <a:effectLst/>
                <a:latin typeface="+mn-lt"/>
                <a:ea typeface="+mn-ea"/>
                <a:cs typeface="+mn-cs"/>
              </a:rPr>
              <a:t> started tracking this attack, the first natural alert fires from </a:t>
            </a:r>
            <a:r>
              <a:rPr lang="en-US" sz="1200" kern="1200" dirty="0" err="1">
                <a:solidFill>
                  <a:schemeClr val="tx1"/>
                </a:solidFill>
                <a:effectLst/>
                <a:latin typeface="+mn-lt"/>
                <a:ea typeface="+mn-ea"/>
                <a:cs typeface="+mn-cs"/>
              </a:rPr>
              <a:t>Crowdstrike</a:t>
            </a:r>
            <a:r>
              <a:rPr lang="en-US" sz="1200" kern="1200" dirty="0">
                <a:solidFill>
                  <a:schemeClr val="tx1"/>
                </a:solidFill>
                <a:effectLst/>
                <a:latin typeface="+mn-lt"/>
                <a:ea typeface="+mn-ea"/>
                <a:cs typeface="+mn-cs"/>
              </a:rPr>
              <a:t>, which by the way, is a critical piece to helping us connect these dots.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(click)</a:t>
            </a:r>
          </a:p>
          <a:p>
            <a:pPr marL="0" marR="0" lvl="0" indent="0" defTabSz="914400" eaLnBrk="1" fontAlgn="base" latinLnBrk="0" hangingPunct="1">
              <a:lnSpc>
                <a:spcPct val="100000"/>
              </a:lnSpc>
              <a:spcBef>
                <a:spcPts val="0"/>
              </a:spcBef>
              <a:spcAft>
                <a:spcPts val="0"/>
              </a:spcAft>
              <a:buClrTx/>
              <a:buSzTx/>
              <a:buFontTx/>
              <a:buNone/>
              <a:tabLst/>
              <a:defRPr/>
            </a:pPr>
            <a:r>
              <a:rPr lang="en-US" b="1" dirty="0">
                <a:solidFill>
                  <a:schemeClr val="bg1"/>
                </a:solidFill>
              </a:rPr>
              <a:t>Did the attacker escalate privileges or switch </a:t>
            </a:r>
            <a:r>
              <a:rPr lang="en-US" b="1" dirty="0">
                <a:solidFill>
                  <a:schemeClr val="bg1"/>
                </a:solidFill>
                <a:cs typeface="Arial"/>
              </a:rPr>
              <a:t>credentials?</a:t>
            </a:r>
          </a:p>
          <a:p>
            <a:pPr marL="0" marR="0" lvl="0" indent="0" defTabSz="914400" eaLnBrk="1" fontAlgn="base" latinLnBrk="0" hangingPunct="1">
              <a:lnSpc>
                <a:spcPct val="100000"/>
              </a:lnSpc>
              <a:spcBef>
                <a:spcPts val="0"/>
              </a:spcBef>
              <a:spcAft>
                <a:spcPts val="0"/>
              </a:spcAft>
              <a:buClrTx/>
              <a:buSzTx/>
              <a:buFontTx/>
              <a:buNone/>
              <a:tabLst/>
              <a:defRPr/>
            </a:pPr>
            <a:r>
              <a:rPr lang="en-US" b="0" dirty="0">
                <a:solidFill>
                  <a:schemeClr val="bg1"/>
                </a:solidFill>
                <a:cs typeface="Arial"/>
              </a:rPr>
              <a:t>(click)</a:t>
            </a:r>
            <a:endParaRPr lang="en-US" sz="1200" kern="1200" dirty="0">
              <a:solidFill>
                <a:schemeClr val="tx1"/>
              </a:solidFill>
              <a:effectLst/>
              <a:latin typeface="+mn-lt"/>
              <a:ea typeface="+mn-ea"/>
              <a:cs typeface="+mn-cs"/>
            </a:endParaRPr>
          </a:p>
          <a:p>
            <a:pPr lvl="0" fontAlgn="base"/>
            <a:r>
              <a:rPr lang="en-US" sz="1200" kern="1200" dirty="0">
                <a:solidFill>
                  <a:schemeClr val="tx1"/>
                </a:solidFill>
                <a:effectLst/>
                <a:latin typeface="+mn-lt"/>
                <a:ea typeface="+mn-ea"/>
                <a:cs typeface="+mn-cs"/>
              </a:rPr>
              <a:t>After that EDR alert we continue tracking and see 487 assets accessed using 233 different credentials.</a:t>
            </a:r>
          </a:p>
          <a:p>
            <a:pPr lvl="0" fontAlgn="base"/>
            <a:r>
              <a:rPr lang="en-US" sz="1200" kern="1200" dirty="0">
                <a:solidFill>
                  <a:schemeClr val="tx1"/>
                </a:solidFill>
                <a:effectLst/>
                <a:latin typeface="+mn-lt"/>
                <a:ea typeface="+mn-ea"/>
                <a:cs typeface="+mn-cs"/>
              </a:rPr>
              <a:t>(click)</a:t>
            </a:r>
          </a:p>
          <a:p>
            <a:pPr lvl="0" fontAlgn="base"/>
            <a:endParaRPr lang="en-US" sz="1200" kern="1200" dirty="0">
              <a:solidFill>
                <a:schemeClr val="tx1"/>
              </a:solidFill>
              <a:effectLst/>
              <a:latin typeface="+mn-lt"/>
              <a:ea typeface="+mn-ea"/>
              <a:cs typeface="+mn-cs"/>
            </a:endParaRPr>
          </a:p>
          <a:p>
            <a:pPr lvl="0" fontAlgn="base"/>
            <a:r>
              <a:rPr lang="en-US" sz="1200" kern="1200" dirty="0">
                <a:solidFill>
                  <a:schemeClr val="tx1"/>
                </a:solidFill>
                <a:effectLst/>
                <a:latin typeface="+mn-lt"/>
                <a:ea typeface="+mn-ea"/>
                <a:cs typeface="+mn-cs"/>
              </a:rPr>
              <a:t>So let’s wrap up this timeline. What did </a:t>
            </a:r>
            <a:r>
              <a:rPr lang="en-US" sz="1200" kern="1200" dirty="0" err="1">
                <a:solidFill>
                  <a:schemeClr val="tx1"/>
                </a:solidFill>
                <a:effectLst/>
                <a:latin typeface="+mn-lt"/>
                <a:ea typeface="+mn-ea"/>
                <a:cs typeface="+mn-cs"/>
              </a:rPr>
              <a:t>Exabeam</a:t>
            </a:r>
            <a:r>
              <a:rPr lang="en-US" sz="1200" kern="1200" dirty="0">
                <a:solidFill>
                  <a:schemeClr val="tx1"/>
                </a:solidFill>
                <a:effectLst/>
                <a:latin typeface="+mn-lt"/>
                <a:ea typeface="+mn-ea"/>
                <a:cs typeface="+mn-cs"/>
              </a:rPr>
              <a:t> detect? (read a few from slide)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(click)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outcomes did </a:t>
            </a:r>
            <a:r>
              <a:rPr lang="en-US" sz="1200" kern="1200" dirty="0" err="1">
                <a:solidFill>
                  <a:schemeClr val="tx1"/>
                </a:solidFill>
                <a:effectLst/>
                <a:latin typeface="+mn-lt"/>
                <a:ea typeface="+mn-ea"/>
                <a:cs typeface="+mn-cs"/>
              </a:rPr>
              <a:t>Exabeam</a:t>
            </a:r>
            <a:r>
              <a:rPr lang="en-US" sz="1200" kern="1200" dirty="0">
                <a:solidFill>
                  <a:schemeClr val="tx1"/>
                </a:solidFill>
                <a:effectLst/>
                <a:latin typeface="+mn-lt"/>
                <a:ea typeface="+mn-ea"/>
                <a:cs typeface="+mn-cs"/>
              </a:rPr>
              <a:t> enable?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(Remediation of the entire </a:t>
            </a:r>
            <a:r>
              <a:rPr lang="en-US" sz="1200" kern="1200" dirty="0" err="1">
                <a:solidFill>
                  <a:schemeClr val="tx1"/>
                </a:solidFill>
                <a:effectLst/>
                <a:latin typeface="+mn-lt"/>
                <a:ea typeface="+mn-ea"/>
                <a:cs typeface="+mn-cs"/>
              </a:rPr>
              <a:t>threat,etc</a:t>
            </a:r>
            <a:r>
              <a:rPr lang="en-US" sz="1200" kern="1200" dirty="0">
                <a:solidFill>
                  <a:schemeClr val="tx1"/>
                </a:solidFill>
                <a:effectLst/>
                <a:latin typeface="+mn-lt"/>
                <a:ea typeface="+mn-ea"/>
                <a:cs typeface="+mn-cs"/>
              </a:rPr>
              <a:t> from slide)</a:t>
            </a:r>
          </a:p>
          <a:p>
            <a:pPr lvl="0" fontAlgn="base"/>
            <a:endParaRPr lang="en-US" sz="1200" kern="1200" dirty="0">
              <a:solidFill>
                <a:schemeClr val="tx1"/>
              </a:solidFill>
              <a:effectLst/>
              <a:latin typeface="+mn-lt"/>
              <a:ea typeface="+mn-ea"/>
              <a:cs typeface="+mn-cs"/>
            </a:endParaRPr>
          </a:p>
          <a:p>
            <a:pPr lvl="0" fontAlgn="base"/>
            <a:endParaRPr lang="en-US" sz="1200" kern="1200" dirty="0">
              <a:solidFill>
                <a:schemeClr val="tx1"/>
              </a:solidFill>
              <a:effectLst/>
              <a:latin typeface="+mn-lt"/>
              <a:ea typeface="+mn-ea"/>
              <a:cs typeface="+mn-cs"/>
            </a:endParaRPr>
          </a:p>
          <a:p>
            <a:pPr lvl="0" fontAlgn="base"/>
            <a:r>
              <a:rPr lang="en-US" sz="1200" b="1" kern="1200" dirty="0">
                <a:solidFill>
                  <a:schemeClr val="tx1"/>
                </a:solidFill>
                <a:effectLst/>
                <a:latin typeface="+mn-lt"/>
                <a:ea typeface="+mn-ea"/>
                <a:cs typeface="+mn-cs"/>
              </a:rPr>
              <a:t>To dig deeper into EDR and standard incident response at most companies: </a:t>
            </a:r>
          </a:p>
          <a:p>
            <a:pPr lvl="0" fontAlgn="base"/>
            <a:endParaRPr lang="en-US" sz="1200" b="1"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So, let me ask you this...what would they have seen without Exabeam? And what would they have done with the </a:t>
            </a:r>
            <a:r>
              <a:rPr lang="en-US" sz="1200" kern="1200" dirty="0" err="1">
                <a:solidFill>
                  <a:schemeClr val="tx1"/>
                </a:solidFill>
                <a:effectLst/>
                <a:latin typeface="+mn-lt"/>
                <a:ea typeface="+mn-ea"/>
                <a:cs typeface="+mn-cs"/>
              </a:rPr>
              <a:t>Crowdstrike</a:t>
            </a:r>
            <a:r>
              <a:rPr lang="en-US" sz="1200" kern="1200" dirty="0">
                <a:solidFill>
                  <a:schemeClr val="tx1"/>
                </a:solidFill>
                <a:effectLst/>
                <a:latin typeface="+mn-lt"/>
                <a:ea typeface="+mn-ea"/>
                <a:cs typeface="+mn-cs"/>
              </a:rPr>
              <a:t> alert?</a:t>
            </a:r>
          </a:p>
          <a:p>
            <a:pPr fontAlgn="base"/>
            <a:r>
              <a:rPr lang="en-US" sz="1200" kern="1200" dirty="0">
                <a:solidFill>
                  <a:schemeClr val="tx1"/>
                </a:solidFill>
                <a:effectLst/>
                <a:latin typeface="+mn-lt"/>
                <a:ea typeface="+mn-ea"/>
                <a:cs typeface="+mn-cs"/>
              </a:rPr>
              <a:t>Most would answer that they would have seen the CS alert and likely rebuilt that server and gone about their day. </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Don't get caught up in when CS fired...it did what it was supposed to do.  The story is not that CS missed something, the story is that Exabeam, with 3 log sources, automated the entire investigation. This doesn’t come from any other product or platform in the industry. </a:t>
            </a:r>
          </a:p>
          <a:p>
            <a:pPr fontAlgn="base"/>
            <a:r>
              <a:rPr lang="en-US" sz="1200" kern="1200" dirty="0">
                <a:solidFill>
                  <a:schemeClr val="tx1"/>
                </a:solidFill>
                <a:effectLst/>
                <a:latin typeface="+mn-lt"/>
                <a:ea typeface="+mn-ea"/>
                <a:cs typeface="+mn-cs"/>
              </a:rPr>
              <a:t> </a:t>
            </a:r>
          </a:p>
          <a:p>
            <a:pPr fontAlgn="base"/>
            <a:r>
              <a:rPr lang="en-US" sz="1200" kern="1200" dirty="0">
                <a:solidFill>
                  <a:schemeClr val="tx1"/>
                </a:solidFill>
                <a:effectLst/>
                <a:latin typeface="+mn-lt"/>
                <a:ea typeface="+mn-ea"/>
                <a:cs typeface="+mn-cs"/>
              </a:rPr>
              <a:t>Oh, and by the way…This customer had over 20 anomaly detection security products and only one product saw anything and that’s the red bit on this screen. If this attack happens to customers today and they don’t have Exabeam, all they will see is the red piece. </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Optional:</a:t>
            </a: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Now, if they’ve got Splunk they can send guys to query to start to put this puzzle together, but how long will that take? Will they find it all? Would a human beat a machine in the ability to stitch together the points? Who wins?</a:t>
            </a:r>
          </a:p>
          <a:p>
            <a:pPr fontAlgn="base"/>
            <a:endParaRPr lang="en-US" sz="1200" kern="1200" dirty="0">
              <a:solidFill>
                <a:schemeClr val="tx1"/>
              </a:solidFill>
              <a:effectLst/>
              <a:latin typeface="+mn-lt"/>
              <a:ea typeface="+mn-ea"/>
              <a:cs typeface="+mn-cs"/>
            </a:endParaRPr>
          </a:p>
          <a:p>
            <a:pPr fontAlgn="base"/>
            <a:endParaRPr lang="en-US" sz="1200" kern="1200" dirty="0">
              <a:solidFill>
                <a:schemeClr val="tx1"/>
              </a:solidFill>
              <a:effectLst/>
              <a:latin typeface="+mn-lt"/>
              <a:ea typeface="+mn-ea"/>
              <a:cs typeface="+mn-cs"/>
            </a:endParaRPr>
          </a:p>
          <a:p>
            <a:pPr fontAlgn="base"/>
            <a:r>
              <a:rPr lang="en-US" sz="1200" kern="1200" dirty="0">
                <a:solidFill>
                  <a:schemeClr val="tx1"/>
                </a:solidFill>
                <a:effectLst/>
                <a:latin typeface="+mn-lt"/>
                <a:ea typeface="+mn-ea"/>
                <a:cs typeface="+mn-cs"/>
              </a:rPr>
              <a:t>Optional: </a:t>
            </a:r>
          </a:p>
          <a:p>
            <a:pPr fontAlgn="base"/>
            <a:endParaRPr lang="en-US" sz="1200" kern="1200" dirty="0">
              <a:solidFill>
                <a:schemeClr val="tx1"/>
              </a:solidFill>
              <a:effectLst/>
              <a:latin typeface="+mn-lt"/>
              <a:ea typeface="+mn-ea"/>
              <a:cs typeface="+mn-cs"/>
            </a:endParaRPr>
          </a:p>
          <a:p>
            <a:pPr marL="0" marR="0" lvl="0" indent="0" defTabSz="914400" eaLnBrk="1" fontAlgn="base"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j-lt"/>
                <a:ea typeface="+mj-ea"/>
                <a:cs typeface="+mj-cs"/>
                <a:sym typeface="Calibri"/>
              </a:rPr>
              <a:t>For those of you who have been paying attention to the recent </a:t>
            </a:r>
            <a:r>
              <a:rPr lang="en-US" sz="1200" kern="1200" dirty="0" err="1">
                <a:solidFill>
                  <a:schemeClr val="tx1"/>
                </a:solidFill>
                <a:effectLst/>
                <a:latin typeface="+mj-lt"/>
                <a:ea typeface="+mj-ea"/>
                <a:cs typeface="+mj-cs"/>
                <a:sym typeface="Calibri"/>
              </a:rPr>
              <a:t>Solarwinds</a:t>
            </a:r>
            <a:r>
              <a:rPr lang="en-US" sz="1200" kern="1200" dirty="0">
                <a:solidFill>
                  <a:schemeClr val="tx1"/>
                </a:solidFill>
                <a:effectLst/>
                <a:latin typeface="+mj-lt"/>
                <a:ea typeface="+mj-ea"/>
                <a:cs typeface="+mj-cs"/>
                <a:sym typeface="Calibri"/>
              </a:rPr>
              <a:t> breach, about 80% of what we are showing you in this actual breach is a direct match for the behavior you’d want to look for in defending against the </a:t>
            </a:r>
            <a:r>
              <a:rPr lang="en-US" sz="1200" kern="1200" dirty="0" err="1">
                <a:solidFill>
                  <a:schemeClr val="tx1"/>
                </a:solidFill>
                <a:effectLst/>
                <a:latin typeface="+mj-lt"/>
                <a:ea typeface="+mj-ea"/>
                <a:cs typeface="+mj-cs"/>
                <a:sym typeface="Calibri"/>
              </a:rPr>
              <a:t>Solarwinds</a:t>
            </a:r>
            <a:r>
              <a:rPr lang="en-US" sz="1200" kern="1200" dirty="0">
                <a:solidFill>
                  <a:schemeClr val="tx1"/>
                </a:solidFill>
                <a:effectLst/>
                <a:latin typeface="+mj-lt"/>
                <a:ea typeface="+mj-ea"/>
                <a:cs typeface="+mj-cs"/>
                <a:sym typeface="Calibri"/>
              </a:rPr>
              <a:t> breach.  For instance, when you see them dumping 233 creds, that’s a match for the SW playbook. But look, this isn’t something we added post SW breach…this is foundational to how we started </a:t>
            </a:r>
            <a:r>
              <a:rPr lang="en-US" sz="1200" kern="1200" dirty="0" err="1">
                <a:solidFill>
                  <a:schemeClr val="tx1"/>
                </a:solidFill>
                <a:effectLst/>
                <a:latin typeface="+mj-lt"/>
                <a:ea typeface="+mj-ea"/>
                <a:cs typeface="+mj-cs"/>
                <a:sym typeface="Calibri"/>
              </a:rPr>
              <a:t>Exabeam</a:t>
            </a:r>
            <a:r>
              <a:rPr lang="en-US" sz="1200" kern="1200" dirty="0">
                <a:solidFill>
                  <a:schemeClr val="tx1"/>
                </a:solidFill>
                <a:effectLst/>
                <a:latin typeface="+mj-lt"/>
                <a:ea typeface="+mj-ea"/>
                <a:cs typeface="+mj-cs"/>
                <a:sym typeface="Calibri"/>
              </a:rPr>
              <a:t>. </a:t>
            </a:r>
          </a:p>
          <a:p>
            <a:pPr fontAlgn="base"/>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B7FB9870-217E-3742-A327-A0C47E8F154F}" type="slidenum">
              <a:rPr kumimoji="0" lang="en-US" sz="1800" b="0" i="0" u="none" strike="noStrike" kern="0" cap="none" spc="0" normalizeH="0" baseline="0" noProof="0" smtClean="0">
                <a:ln>
                  <a:noFill/>
                </a:ln>
                <a:solidFill>
                  <a:srgbClr val="000000"/>
                </a:solidFill>
                <a:effectLst/>
                <a:uLnTx/>
                <a:uFillTx/>
                <a:latin typeface="Arial" panose="020B0604020202020204"/>
                <a:ea typeface="+mj-ea"/>
                <a:cs typeface="+mj-cs"/>
                <a:sym typeface="Calibri"/>
              </a:rPr>
              <a:pPr marL="0" marR="0" lvl="0" indent="0" algn="l" defTabSz="914400" rtl="0" eaLnBrk="1" fontAlgn="auto" latinLnBrk="0" hangingPunct="0">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spTree>
    <p:extLst>
      <p:ext uri="{BB962C8B-B14F-4D97-AF65-F5344CB8AC3E}">
        <p14:creationId xmlns:p14="http://schemas.microsoft.com/office/powerpoint/2010/main" val="3126575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452438" y="658813"/>
            <a:ext cx="6154737" cy="34623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442096" y="4321570"/>
            <a:ext cx="6176732" cy="4346695"/>
          </a:xfrm>
          <a:prstGeom prst="rect">
            <a:avLst/>
          </a:prstGeom>
          <a:noFill/>
          <a:ln>
            <a:noFill/>
          </a:ln>
        </p:spPr>
        <p:txBody>
          <a:bodyPr spcFirstLastPara="1" wrap="square" lIns="93175" tIns="46575" rIns="93175" bIns="46575" anchor="t" anchorCtr="0">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i="1" dirty="0">
                <a:effectLst/>
                <a:latin typeface="Calibri" panose="020F0502020204030204" pitchFamily="34" charset="0"/>
              </a:rPr>
              <a:t>//Confirm URLs provided before event and update this slide. I find showing this slide, and then bringing up the UI to guide them helps. Walk users through opening CTF UI and registering.//</a:t>
            </a:r>
          </a:p>
          <a:p>
            <a:endParaRPr lang="en-US" sz="1000" dirty="0">
              <a:effectLst/>
              <a:latin typeface="Calibri" panose="020F0502020204030204" pitchFamily="34" charset="0"/>
              <a:hlinkClick r:id="rId3"/>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dirty="0">
                <a:effectLst/>
                <a:latin typeface="Calibri" panose="020F0502020204030204" pitchFamily="34" charset="0"/>
                <a:hlinkClick r:id="rId3"/>
              </a:rPr>
              <a:t>https://ctf-0-event.exalabs.io/</a:t>
            </a:r>
            <a:r>
              <a:rPr lang="en-US" sz="1000" dirty="0">
                <a:effectLst/>
                <a:latin typeface="Calibri" panose="020F0502020204030204" pitchFamily="34" charset="0"/>
              </a:rPr>
              <a:t> (Most commonly used, 35 max)</a:t>
            </a:r>
            <a:endParaRPr lang="en-US" sz="1000" dirty="0">
              <a:effectLst/>
              <a:latin typeface="Calibri" panose="020F0502020204030204" pitchFamily="34" charset="0"/>
              <a:hlinkClick r:id="rId3"/>
            </a:endParaRPr>
          </a:p>
          <a:p>
            <a:r>
              <a:rPr lang="en-US" sz="1000" dirty="0">
                <a:effectLst/>
                <a:latin typeface="Calibri" panose="020F0502020204030204" pitchFamily="34" charset="0"/>
                <a:hlinkClick r:id="rId3"/>
              </a:rPr>
              <a:t>https://exp-0-event.exalabs.io/</a:t>
            </a:r>
            <a:r>
              <a:rPr lang="en-US" sz="1000" dirty="0">
                <a:effectLst/>
                <a:latin typeface="Calibri" panose="020F0502020204030204" pitchFamily="34" charset="0"/>
              </a:rPr>
              <a:t> (Large instance, ~50. We have not stress tested this, max of 38 so far)</a:t>
            </a: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dirty="0">
                <a:effectLst/>
                <a:latin typeface="Calibri" panose="020F0502020204030204" pitchFamily="34" charset="0"/>
                <a:hlinkClick r:id="rId3"/>
              </a:rPr>
              <a:t>https://exp-1-event.exalabs.io/</a:t>
            </a:r>
            <a:r>
              <a:rPr lang="en-US" sz="1000" dirty="0">
                <a:effectLst/>
                <a:latin typeface="Calibri" panose="020F0502020204030204" pitchFamily="34" charset="0"/>
              </a:rPr>
              <a:t> (Rarely used)</a:t>
            </a:r>
          </a:p>
          <a:p>
            <a:endParaRPr lang="en-US" sz="1000" dirty="0">
              <a:effectLst/>
              <a:latin typeface="Calibri" panose="020F0502020204030204" pitchFamily="34" charset="0"/>
            </a:endParaRPr>
          </a:p>
          <a:p>
            <a:endParaRPr lang="en-US" sz="1000" dirty="0">
              <a:effectLst/>
              <a:latin typeface="Calibri" panose="020F0502020204030204" pitchFamily="34" charset="0"/>
            </a:endParaRPr>
          </a:p>
          <a:p>
            <a:r>
              <a:rPr lang="en-US" sz="1000" dirty="0">
                <a:effectLst/>
                <a:latin typeface="Calibri" panose="020F0502020204030204" pitchFamily="34" charset="0"/>
              </a:rPr>
              <a:t>(AA+DL UI’s linked at bottom of main CTF screen)</a:t>
            </a:r>
          </a:p>
          <a:p>
            <a:r>
              <a:rPr lang="en-US" sz="1000" kern="1200" dirty="0">
                <a:solidFill>
                  <a:schemeClr val="tx1"/>
                </a:solidFill>
                <a:effectLst/>
                <a:latin typeface="Calibri" panose="020F0502020204030204" pitchFamily="34" charset="0"/>
                <a:ea typeface="+mn-ea"/>
                <a:cs typeface="+mn-cs"/>
              </a:rPr>
              <a:t>CTF UI: admin | 5waOq7xC99QT</a:t>
            </a:r>
            <a:endParaRPr lang="en-US" sz="1000" dirty="0">
              <a:effectLst/>
              <a:latin typeface="Calibri" panose="020F0502020204030204" pitchFamily="34" charset="0"/>
            </a:endParaRPr>
          </a:p>
          <a:p>
            <a:r>
              <a:rPr lang="en-US" sz="1000" kern="1200" dirty="0" err="1">
                <a:solidFill>
                  <a:schemeClr val="tx1"/>
                </a:solidFill>
                <a:effectLst/>
                <a:latin typeface="Calibri" panose="020F0502020204030204" pitchFamily="34" charset="0"/>
                <a:ea typeface="+mn-ea"/>
                <a:cs typeface="+mn-cs"/>
              </a:rPr>
              <a:t>Exabeam</a:t>
            </a:r>
            <a:r>
              <a:rPr lang="en-US" sz="1000" kern="1200" dirty="0">
                <a:solidFill>
                  <a:schemeClr val="tx1"/>
                </a:solidFill>
                <a:effectLst/>
                <a:latin typeface="Calibri" panose="020F0502020204030204" pitchFamily="34" charset="0"/>
                <a:ea typeface="+mn-ea"/>
                <a:cs typeface="+mn-cs"/>
              </a:rPr>
              <a:t> UI: soc-manager | </a:t>
            </a:r>
            <a:r>
              <a:rPr lang="en-US" sz="1000" dirty="0">
                <a:effectLst/>
                <a:latin typeface="Calibri" panose="020F0502020204030204" pitchFamily="34" charset="0"/>
              </a:rPr>
              <a:t>sub38Dee61map$!</a:t>
            </a:r>
            <a:endParaRPr lang="en-US" sz="1000" kern="1200" dirty="0">
              <a:solidFill>
                <a:schemeClr val="tx1"/>
              </a:solidFill>
              <a:effectLst/>
              <a:latin typeface="Calibri" panose="020F0502020204030204" pitchFamily="34" charset="0"/>
              <a:ea typeface="+mn-ea"/>
              <a:cs typeface="+mn-cs"/>
            </a:endParaRPr>
          </a:p>
          <a:p>
            <a:r>
              <a:rPr lang="en-US" sz="1000" kern="1200" dirty="0">
                <a:solidFill>
                  <a:schemeClr val="tx1"/>
                </a:solidFill>
                <a:effectLst/>
                <a:latin typeface="Calibri" panose="020F0502020204030204" pitchFamily="34" charset="0"/>
                <a:ea typeface="+mn-ea"/>
                <a:cs typeface="+mn-cs"/>
              </a:rPr>
              <a:t>Answer bank (other than CTF admin UI)</a:t>
            </a:r>
            <a:br>
              <a:rPr lang="en-US" sz="1000" kern="1200" dirty="0">
                <a:solidFill>
                  <a:schemeClr val="tx1"/>
                </a:solidFill>
                <a:effectLst/>
                <a:latin typeface="Calibri" panose="020F0502020204030204" pitchFamily="34" charset="0"/>
                <a:ea typeface="+mn-ea"/>
                <a:cs typeface="+mn-cs"/>
              </a:rPr>
            </a:br>
            <a:r>
              <a:rPr lang="en-US" sz="1000" dirty="0">
                <a:effectLst/>
                <a:latin typeface="Calibri" panose="020F0502020204030204" pitchFamily="34" charset="0"/>
                <a:hlinkClick r:id="rId4"/>
              </a:rPr>
              <a:t>AnswerBank_Master_CTF</a:t>
            </a:r>
            <a:endParaRPr lang="en-US" sz="1000" dirty="0">
              <a:effectLst/>
              <a:latin typeface="Calibri" panose="020F0502020204030204" pitchFamily="34" charset="0"/>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lang="en-US" sz="1000" b="0" i="0" u="none" strike="noStrike" kern="1200" cap="none" dirty="0">
              <a:solidFill>
                <a:schemeClr val="tx1"/>
              </a:solidFill>
              <a:effectLst/>
              <a:latin typeface="Calibri" panose="020F0502020204030204" pitchFamily="34" charset="0"/>
              <a:ea typeface="Calibri"/>
              <a:cs typeface="Calibri"/>
              <a:sym typeface="Calibri"/>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b="0" i="0" u="none" strike="noStrike" kern="1200" cap="none" dirty="0">
                <a:solidFill>
                  <a:schemeClr val="tx1"/>
                </a:solidFill>
                <a:effectLst/>
                <a:latin typeface="Calibri" panose="020F0502020204030204" pitchFamily="34" charset="0"/>
                <a:ea typeface="Calibri"/>
                <a:cs typeface="Calibri"/>
                <a:sym typeface="Calibri"/>
              </a:rPr>
              <a:t>"District 1" through "District 9". Passwords to join the team are "District@1" through "District@9". Example on next slide.</a:t>
            </a:r>
          </a:p>
        </p:txBody>
      </p:sp>
      <p:sp>
        <p:nvSpPr>
          <p:cNvPr id="118" name="Google Shape;118;p4:notes"/>
          <p:cNvSpPr txBox="1">
            <a:spLocks noGrp="1"/>
          </p:cNvSpPr>
          <p:nvPr>
            <p:ph type="ftr" idx="11"/>
          </p:nvPr>
        </p:nvSpPr>
        <p:spPr>
          <a:xfrm>
            <a:off x="404203" y="8829967"/>
            <a:ext cx="5103066"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r>
              <a:rPr lang="en-US"/>
              <a:t>Copyright © 2020 Exabeam, Inc. All Rights Reserved. CONFIDENTIAL.</a:t>
            </a:r>
            <a:endParaRPr/>
          </a:p>
        </p:txBody>
      </p:sp>
      <p:sp>
        <p:nvSpPr>
          <p:cNvPr id="119" name="Google Shape;119;p4:notes"/>
          <p:cNvSpPr txBox="1">
            <a:spLocks noGrp="1"/>
          </p:cNvSpPr>
          <p:nvPr>
            <p:ph type="sldNum" idx="12"/>
          </p:nvPr>
        </p:nvSpPr>
        <p:spPr>
          <a:xfrm>
            <a:off x="0" y="8829967"/>
            <a:ext cx="389949"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88361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logins are on this screen. </a:t>
            </a:r>
          </a:p>
          <a:p>
            <a:r>
              <a:rPr lang="en-US" dirty="0"/>
              <a:t>-You can simply take a picture of breakouts in Zoom and post on the right side if you need to do this on the fly.</a:t>
            </a:r>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6</a:t>
            </a:fld>
            <a:endParaRPr lang="en-US" dirty="0"/>
          </a:p>
        </p:txBody>
      </p:sp>
    </p:spTree>
    <p:extLst>
      <p:ext uri="{BB962C8B-B14F-4D97-AF65-F5344CB8AC3E}">
        <p14:creationId xmlns:p14="http://schemas.microsoft.com/office/powerpoint/2010/main" val="3931911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format for teams made ahead of time</a:t>
            </a:r>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7</a:t>
            </a:fld>
            <a:endParaRPr lang="en-US" dirty="0"/>
          </a:p>
        </p:txBody>
      </p:sp>
    </p:spTree>
    <p:extLst>
      <p:ext uri="{BB962C8B-B14F-4D97-AF65-F5344CB8AC3E}">
        <p14:creationId xmlns:p14="http://schemas.microsoft.com/office/powerpoint/2010/main" val="554213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452438" y="658813"/>
            <a:ext cx="6154737" cy="34623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442096" y="4321570"/>
            <a:ext cx="6176732" cy="4346695"/>
          </a:xfrm>
          <a:prstGeom prst="rect">
            <a:avLst/>
          </a:prstGeom>
          <a:noFill/>
          <a:ln>
            <a:noFill/>
          </a:ln>
        </p:spPr>
        <p:txBody>
          <a:bodyPr spcFirstLastPara="1" wrap="square" lIns="93175" tIns="46575" rIns="93175" bIns="46575" anchor="t" anchorCtr="0">
            <a:noAutofit/>
          </a:bodyPr>
          <a:lstStyle/>
          <a:p>
            <a:r>
              <a:rPr lang="en-US" sz="1000" dirty="0">
                <a:effectLst/>
                <a:latin typeface="Calibri" panose="020F0502020204030204" pitchFamily="34" charset="0"/>
              </a:rPr>
              <a:t>Welcome everyone to </a:t>
            </a:r>
            <a:r>
              <a:rPr lang="en-US" sz="1000" dirty="0" err="1">
                <a:effectLst/>
                <a:latin typeface="Calibri" panose="020F0502020204030204" pitchFamily="34" charset="0"/>
              </a:rPr>
              <a:t>Exabeam</a:t>
            </a:r>
            <a:r>
              <a:rPr lang="en-US" sz="1000" dirty="0">
                <a:effectLst/>
                <a:latin typeface="Calibri" panose="020F0502020204030204" pitchFamily="34" charset="0"/>
              </a:rPr>
              <a:t> Expedition!</a:t>
            </a:r>
          </a:p>
          <a:p>
            <a:r>
              <a:rPr lang="en-US" sz="1000" dirty="0">
                <a:effectLst/>
                <a:latin typeface="Calibri" panose="020F0502020204030204" pitchFamily="34" charset="0"/>
              </a:rPr>
              <a:t> </a:t>
            </a:r>
          </a:p>
          <a:p>
            <a:r>
              <a:rPr lang="en-US" sz="1000" dirty="0">
                <a:effectLst/>
                <a:latin typeface="Calibri" panose="020F0502020204030204" pitchFamily="34" charset="0"/>
              </a:rPr>
              <a:t>We've got a fun game ahead of us, and I wanted to give a quick tour of the UI for anyone that is not familiar with how to use </a:t>
            </a:r>
            <a:r>
              <a:rPr lang="en-US" sz="1000" dirty="0" err="1">
                <a:effectLst/>
                <a:latin typeface="Calibri" panose="020F0502020204030204" pitchFamily="34" charset="0"/>
              </a:rPr>
              <a:t>Exabeam</a:t>
            </a:r>
            <a:r>
              <a:rPr lang="en-US" sz="1000" dirty="0">
                <a:effectLst/>
                <a:latin typeface="Calibri" panose="020F0502020204030204" pitchFamily="34" charset="0"/>
              </a:rPr>
              <a:t>.</a:t>
            </a:r>
          </a:p>
          <a:p>
            <a:r>
              <a:rPr lang="en-US" sz="1000" dirty="0">
                <a:effectLst/>
                <a:latin typeface="Calibri" panose="020F0502020204030204" pitchFamily="34" charset="0"/>
              </a:rPr>
              <a:t> </a:t>
            </a:r>
          </a:p>
          <a:p>
            <a:r>
              <a:rPr lang="en-US" sz="1000" b="1" dirty="0">
                <a:effectLst/>
                <a:latin typeface="Calibri" panose="020F0502020204030204" pitchFamily="34" charset="0"/>
              </a:rPr>
              <a:t>AA Advanced Analytics UI. </a:t>
            </a:r>
            <a:endParaRPr lang="en-US" sz="1000" dirty="0">
              <a:effectLst/>
              <a:latin typeface="Calibri" panose="020F0502020204030204" pitchFamily="34" charset="0"/>
            </a:endParaRPr>
          </a:p>
          <a:p>
            <a:r>
              <a:rPr lang="en-US" sz="1000" dirty="0">
                <a:effectLst/>
                <a:latin typeface="Calibri" panose="020F0502020204030204" pitchFamily="34" charset="0"/>
              </a:rPr>
              <a:t> </a:t>
            </a:r>
          </a:p>
          <a:p>
            <a:r>
              <a:rPr lang="en-US" sz="1000" b="1" dirty="0">
                <a:effectLst/>
                <a:latin typeface="Calibri" panose="020F0502020204030204" pitchFamily="34" charset="0"/>
              </a:rPr>
              <a:t>Timeline/User Page. Show context, Risk Trend, Timeline. </a:t>
            </a:r>
            <a:endParaRPr lang="en-US" sz="1000" dirty="0">
              <a:effectLst/>
              <a:latin typeface="Calibri" panose="020F0502020204030204" pitchFamily="34" charset="0"/>
            </a:endParaRPr>
          </a:p>
          <a:p>
            <a:r>
              <a:rPr lang="en-US" sz="1000" dirty="0">
                <a:effectLst/>
                <a:latin typeface="Calibri" panose="020F0502020204030204" pitchFamily="34" charset="0"/>
              </a:rPr>
              <a:t> </a:t>
            </a:r>
          </a:p>
          <a:p>
            <a:pPr rtl="0" fontAlgn="ctr"/>
            <a:r>
              <a:rPr lang="en-US" sz="1000" dirty="0">
                <a:effectLst/>
                <a:latin typeface="Calibri" panose="020F0502020204030204" pitchFamily="34" charset="0"/>
              </a:rPr>
              <a:t>Advanced Analytics automates triage and investigation by building out a timeline showing both normal and anomalous events. There are 4 main workflows that you’ll likely use to search for answers today. </a:t>
            </a:r>
          </a:p>
          <a:p>
            <a:pPr rtl="0" fontAlgn="ctr"/>
            <a:endParaRPr lang="en-US" sz="1000" dirty="0">
              <a:effectLst/>
              <a:latin typeface="Calibri" panose="020F0502020204030204" pitchFamily="34" charset="0"/>
            </a:endParaRPr>
          </a:p>
          <a:p>
            <a:pPr rtl="0" fontAlgn="ctr"/>
            <a:r>
              <a:rPr lang="en-US" sz="1000" b="1" dirty="0">
                <a:effectLst/>
                <a:latin typeface="Calibri" panose="020F0502020204030204" pitchFamily="34" charset="0"/>
              </a:rPr>
              <a:t>Workflow 1 - Watchlist to User/Asset to Timeline (Or Watchlist to Timeline, both shown here)</a:t>
            </a:r>
          </a:p>
          <a:p>
            <a:pPr rtl="0" fontAlgn="ctr"/>
            <a:r>
              <a:rPr lang="en-US" sz="1000" i="1" dirty="0">
                <a:effectLst/>
                <a:latin typeface="Calibri" panose="020F0502020204030204" pitchFamily="34" charset="0"/>
              </a:rPr>
              <a:t>*Click an asset/user page*</a:t>
            </a:r>
          </a:p>
          <a:p>
            <a:pPr rtl="0" fontAlgn="ctr"/>
            <a:r>
              <a:rPr lang="en-US" sz="1000" dirty="0">
                <a:effectLst/>
                <a:latin typeface="Calibri" panose="020F0502020204030204" pitchFamily="34" charset="0"/>
              </a:rPr>
              <a:t>-Clicking on the picture brings you to the asset/user page that shows context at the top (show examples, maybe explain peer groups). </a:t>
            </a:r>
          </a:p>
          <a:p>
            <a:pPr rtl="0" fontAlgn="ctr"/>
            <a:r>
              <a:rPr lang="en-US" sz="1000" dirty="0">
                <a:effectLst/>
                <a:latin typeface="Calibri" panose="020F0502020204030204" pitchFamily="34" charset="0"/>
              </a:rPr>
              <a:t>-Scrolling down will bring you to the asset/user risk trend that allows you to see the risk score trending over time. You can pull it out to a month to get a good idea for their general score. Each dot is what we call a session, and generally one session is one day. While hovering over the sessions, I can see things like how many alerts fired, or how many assets/network zones were touched. Clicking on a session updates the Risk Reasons below.</a:t>
            </a:r>
          </a:p>
          <a:p>
            <a:pPr rtl="0" fontAlgn="ctr"/>
            <a:r>
              <a:rPr lang="en-US" sz="1000" dirty="0">
                <a:effectLst/>
                <a:latin typeface="Calibri" panose="020F0502020204030204" pitchFamily="34" charset="0"/>
              </a:rPr>
              <a:t>-Risk Reasons by default shows the highest to lowest score, but it’s a great way to great quick insight into an anomalous user. (show that they can expand events)</a:t>
            </a:r>
          </a:p>
          <a:p>
            <a:pPr rtl="0" fontAlgn="ctr"/>
            <a:r>
              <a:rPr lang="en-US" sz="1000" dirty="0">
                <a:effectLst/>
                <a:latin typeface="Calibri" panose="020F0502020204030204" pitchFamily="34" charset="0"/>
              </a:rPr>
              <a:t>-To really get an idea of what happened with both normal and anomalous events in chronological order, let’s click on “Go to Timeline”. </a:t>
            </a:r>
          </a:p>
          <a:p>
            <a:pPr rtl="0" fontAlgn="ctr"/>
            <a:r>
              <a:rPr lang="en-US" sz="1000" i="1" dirty="0">
                <a:effectLst/>
                <a:latin typeface="Calibri" panose="020F0502020204030204" pitchFamily="34" charset="0"/>
              </a:rPr>
              <a:t>*Click ”Go to Timeline*</a:t>
            </a:r>
          </a:p>
          <a:p>
            <a:pPr rtl="0" fontAlgn="ctr"/>
            <a:r>
              <a:rPr lang="en-US" sz="1000" i="0" dirty="0">
                <a:effectLst/>
                <a:latin typeface="Calibri" panose="020F0502020204030204" pitchFamily="34" charset="0"/>
              </a:rPr>
              <a:t>To save you some clicks, I’ll show you a quicker way to get to a timeline. (Click back to main AA screen, then show that clicking on a risk score goes directly to that risky day’s timeline). </a:t>
            </a:r>
          </a:p>
          <a:p>
            <a:pPr rtl="0" fontAlgn="ctr"/>
            <a:r>
              <a:rPr lang="en-US" sz="1000" dirty="0">
                <a:effectLst/>
                <a:latin typeface="Calibri" panose="020F0502020204030204" pitchFamily="34" charset="0"/>
              </a:rPr>
              <a:t>-On the left side if this page you can see what we call events. These are logs that have come through Advanced Analytics, and you can expand them to see what has been parsed out. On the right side, if you see a number and text, it means the event was anomalous and we applied risk. You can expand these events to see descriptions around why it was risky, MITRE mapping (rule tags), and a look into what the rule fires on. You can also click on the hyperlinks to view the histogram of the model – great for quick insights. Some hyperlinks for things like an asset or username will bring up some quick details on that asset/user. </a:t>
            </a:r>
          </a:p>
          <a:p>
            <a:pPr rtl="0" fontAlgn="ctr"/>
            <a:endParaRPr lang="en-US" sz="1000" dirty="0">
              <a:effectLst/>
              <a:latin typeface="Calibri" panose="020F0502020204030204" pitchFamily="34" charset="0"/>
            </a:endParaRPr>
          </a:p>
          <a:p>
            <a:pPr rtl="0" fontAlgn="ctr"/>
            <a:r>
              <a:rPr lang="en-US" sz="1000" b="1" dirty="0">
                <a:effectLst/>
                <a:latin typeface="Calibri" panose="020F0502020204030204" pitchFamily="34" charset="0"/>
              </a:rPr>
              <a:t>Workflow 2 – Data Insights</a:t>
            </a:r>
            <a:endParaRPr lang="en-US" sz="1000" b="0" dirty="0">
              <a:effectLst/>
              <a:latin typeface="Calibri" panose="020F0502020204030204" pitchFamily="34" charset="0"/>
            </a:endParaRPr>
          </a:p>
          <a:p>
            <a:pPr rtl="0" fontAlgn="ctr"/>
            <a:r>
              <a:rPr lang="en-US" sz="1000" b="0" dirty="0">
                <a:effectLst/>
                <a:latin typeface="Calibri" panose="020F0502020204030204" pitchFamily="34" charset="0"/>
              </a:rPr>
              <a:t>-Another useful (and just cool) way to search for data is our Data Insights – it actually follows you on any asset/user page or their respective timelines. This is how you can view all of the models we currently have active for that asset/user. </a:t>
            </a:r>
            <a:r>
              <a:rPr lang="en-US" sz="1000" b="0" i="1" dirty="0">
                <a:effectLst/>
                <a:latin typeface="Calibri" panose="020F0502020204030204" pitchFamily="34" charset="0"/>
              </a:rPr>
              <a:t>(Scroll through the categories). </a:t>
            </a:r>
          </a:p>
          <a:p>
            <a:pPr rtl="0" fontAlgn="ctr"/>
            <a:r>
              <a:rPr lang="en-US" sz="1000" b="0" dirty="0">
                <a:effectLst/>
                <a:latin typeface="Calibri" panose="020F0502020204030204" pitchFamily="34" charset="0"/>
              </a:rPr>
              <a:t>-Maybe you want to look at things differently and see one specific model for all of the users/assets. For that, you can simply click to what I’ll call global Data insights. </a:t>
            </a:r>
            <a:r>
              <a:rPr lang="en-US" sz="1000" b="0" i="1" dirty="0">
                <a:effectLst/>
                <a:latin typeface="Calibri" panose="020F0502020204030204" pitchFamily="34" charset="0"/>
              </a:rPr>
              <a:t>(Hamburger menu top right, Data Insights). </a:t>
            </a:r>
            <a:r>
              <a:rPr lang="en-US" sz="1000" b="0" i="0" dirty="0">
                <a:effectLst/>
                <a:latin typeface="Calibri" panose="020F0502020204030204" pitchFamily="34" charset="0"/>
              </a:rPr>
              <a:t>Here we can use typeahead to look for a model for the entire organization. </a:t>
            </a:r>
            <a:r>
              <a:rPr lang="en-US" sz="1000" b="0" i="1" dirty="0">
                <a:effectLst/>
                <a:latin typeface="Calibri" panose="020F0502020204030204" pitchFamily="34" charset="0"/>
              </a:rPr>
              <a:t>(I like to use type VPN and scroll to TOP_VPN_COUNTRIES)</a:t>
            </a:r>
            <a:r>
              <a:rPr lang="en-US" sz="1000" b="0" i="0" dirty="0">
                <a:effectLst/>
                <a:latin typeface="Calibri" panose="020F0502020204030204" pitchFamily="34" charset="0"/>
              </a:rPr>
              <a:t>.</a:t>
            </a:r>
          </a:p>
          <a:p>
            <a:pPr rtl="0" fontAlgn="ctr"/>
            <a:endParaRPr lang="en-US" sz="1000" b="0" i="0" dirty="0">
              <a:effectLst/>
              <a:latin typeface="Calibri" panose="020F0502020204030204" pitchFamily="34" charset="0"/>
            </a:endParaRPr>
          </a:p>
          <a:p>
            <a:pPr rtl="0" fontAlgn="ctr"/>
            <a:r>
              <a:rPr lang="en-US" sz="1000" b="1" i="0" dirty="0">
                <a:effectLst/>
                <a:latin typeface="Calibri" panose="020F0502020204030204" pitchFamily="34" charset="0"/>
              </a:rPr>
              <a:t>Workflow 3</a:t>
            </a:r>
            <a:r>
              <a:rPr lang="en-US" sz="1000" b="0" i="0" dirty="0">
                <a:effectLst/>
                <a:latin typeface="Calibri" panose="020F0502020204030204" pitchFamily="34" charset="0"/>
              </a:rPr>
              <a:t> – Basic Search (Magnifying glass) &gt; User/asset/IP &gt; User/asset page (or timeline)</a:t>
            </a:r>
          </a:p>
          <a:p>
            <a:pPr rtl="0" fontAlgn="ctr"/>
            <a:r>
              <a:rPr lang="en-US" sz="1000" b="0" i="0" dirty="0">
                <a:effectLst/>
                <a:latin typeface="Calibri" panose="020F0502020204030204" pitchFamily="34" charset="0"/>
              </a:rPr>
              <a:t>The next workflow is using our basic search. This allows you to quickly search for users, assets, Ips and some other categories. You will definitely be using this today, but just so you are aware, in this system, this search will only show the basic context for a user or asset. It will not allow you to get to the timeline. (show example). </a:t>
            </a:r>
            <a:r>
              <a:rPr lang="en-US" sz="1000" b="1" i="0" dirty="0">
                <a:effectLst/>
                <a:latin typeface="Calibri" panose="020F0502020204030204" pitchFamily="34" charset="0"/>
              </a:rPr>
              <a:t>This is solely due to the way this system is architected. </a:t>
            </a:r>
            <a:r>
              <a:rPr lang="en-US" sz="1000" b="0" i="0" dirty="0">
                <a:effectLst/>
                <a:latin typeface="Calibri" panose="020F0502020204030204" pitchFamily="34" charset="0"/>
              </a:rPr>
              <a:t>If you want to view a users' risk trend, risk reasons, or timeline, be sure to click from the main dashboards. </a:t>
            </a:r>
            <a:endParaRPr lang="en-US" sz="1000" b="1" i="1" dirty="0">
              <a:effectLst/>
              <a:latin typeface="Calibri" panose="020F0502020204030204" pitchFamily="34" charset="0"/>
            </a:endParaRPr>
          </a:p>
          <a:p>
            <a:pPr rtl="0" fontAlgn="ctr"/>
            <a:endParaRPr lang="en-US" sz="1000" dirty="0">
              <a:effectLst/>
              <a:latin typeface="Calibri" panose="020F0502020204030204" pitchFamily="34" charset="0"/>
            </a:endParaRPr>
          </a:p>
          <a:p>
            <a:r>
              <a:rPr lang="en-US" sz="1000" b="1" dirty="0">
                <a:effectLst/>
                <a:latin typeface="Calibri" panose="020F0502020204030204" pitchFamily="34" charset="0"/>
              </a:rPr>
              <a:t>Workflow 4 - Threat Hunter &gt; User/asset page or timeline</a:t>
            </a:r>
            <a:endParaRPr lang="en-US" sz="1000" dirty="0">
              <a:effectLst/>
              <a:latin typeface="Calibri" panose="020F0502020204030204" pitchFamily="34" charset="0"/>
            </a:endParaRPr>
          </a:p>
          <a:p>
            <a:pPr rtl="0" fontAlgn="ctr"/>
            <a:r>
              <a:rPr lang="en-US" sz="1000" dirty="0">
                <a:effectLst/>
                <a:latin typeface="Calibri" panose="020F0502020204030204" pitchFamily="34" charset="0"/>
              </a:rPr>
              <a:t>Threat Hunter is a powerful search engine that allows you to search Advanced Analytics for various items, such as users, assets, alerts, behavioral models (reasons), and MITRE techniques (rule tags).  </a:t>
            </a:r>
          </a:p>
          <a:p>
            <a:pPr rtl="0" fontAlgn="ctr"/>
            <a:r>
              <a:rPr lang="en-US" sz="1000" dirty="0">
                <a:effectLst/>
                <a:latin typeface="Calibri" panose="020F0502020204030204" pitchFamily="34" charset="0"/>
              </a:rPr>
              <a:t>-Features type-ahead for ease of use, simply type in a keyword and look through for something that fits the question. Make sure you are reading the question closely! There are plenty of models that wont match. </a:t>
            </a:r>
          </a:p>
          <a:p>
            <a:pPr rtl="0" fontAlgn="ctr"/>
            <a:r>
              <a:rPr lang="en-US" sz="1000" dirty="0">
                <a:effectLst/>
                <a:latin typeface="Calibri" panose="020F0502020204030204" pitchFamily="34" charset="0"/>
              </a:rPr>
              <a:t>Here's a quick tour of Threat Hunter. </a:t>
            </a:r>
          </a:p>
          <a:p>
            <a:r>
              <a:rPr lang="en-US" sz="1000" b="1" i="1" dirty="0">
                <a:effectLst/>
                <a:latin typeface="Calibri" panose="020F0502020204030204" pitchFamily="34" charset="0"/>
              </a:rPr>
              <a:t>*Show USB models, activity types, MITRE etc. Reasons is the most important here*</a:t>
            </a:r>
            <a:endParaRPr lang="en-US" sz="1000" i="1" dirty="0">
              <a:effectLst/>
              <a:latin typeface="Calibri" panose="020F0502020204030204" pitchFamily="34" charset="0"/>
            </a:endParaRPr>
          </a:p>
          <a:p>
            <a:pPr rtl="0" fontAlgn="ctr"/>
            <a:r>
              <a:rPr lang="en-US" sz="1000" dirty="0">
                <a:effectLst/>
                <a:latin typeface="Calibri" panose="020F0502020204030204" pitchFamily="34" charset="0"/>
              </a:rPr>
              <a:t>For example, if I wanted to find a non-executive user that has logged into an executive asset after logging in from a Chinese VPN, I can simply select:</a:t>
            </a:r>
          </a:p>
          <a:p>
            <a:pPr lvl="1" rtl="0" fontAlgn="ctr"/>
            <a:r>
              <a:rPr lang="en-US" sz="900" dirty="0">
                <a:effectLst/>
                <a:latin typeface="Calibri" panose="020F0502020204030204" pitchFamily="34" charset="0"/>
              </a:rPr>
              <a:t>Activity type: VPN. Geo location: China, Reason: non-executive user logon to executive asset</a:t>
            </a:r>
          </a:p>
          <a:p>
            <a:r>
              <a:rPr lang="en-US" sz="1000" dirty="0">
                <a:effectLst/>
                <a:latin typeface="Calibri" panose="020F0502020204030204" pitchFamily="34" charset="0"/>
              </a:rPr>
              <a:t> </a:t>
            </a:r>
          </a:p>
          <a:p>
            <a:r>
              <a:rPr lang="en-US" sz="1000" b="1" dirty="0">
                <a:effectLst/>
                <a:latin typeface="Calibri" panose="020F0502020204030204" pitchFamily="34" charset="0"/>
              </a:rPr>
              <a:t>Tips</a:t>
            </a:r>
            <a:r>
              <a:rPr lang="en-US" sz="1000" dirty="0">
                <a:effectLst/>
                <a:latin typeface="Calibri" panose="020F0502020204030204" pitchFamily="34" charset="0"/>
              </a:rPr>
              <a:t>: </a:t>
            </a:r>
          </a:p>
          <a:p>
            <a:r>
              <a:rPr lang="en-US" sz="1000" dirty="0">
                <a:effectLst/>
                <a:latin typeface="Calibri" panose="020F0502020204030204" pitchFamily="34" charset="0"/>
              </a:rPr>
              <a:t>Start broad and narrow your results. Try multiple models and ensure it matches the question. </a:t>
            </a:r>
          </a:p>
          <a:p>
            <a:r>
              <a:rPr lang="en-US" sz="1000" dirty="0">
                <a:effectLst/>
                <a:latin typeface="Calibri" panose="020F0502020204030204" pitchFamily="34" charset="0"/>
              </a:rPr>
              <a:t> </a:t>
            </a:r>
            <a:br>
              <a:rPr lang="en-US" sz="1000" dirty="0">
                <a:effectLst/>
                <a:latin typeface="Calibri" panose="020F0502020204030204" pitchFamily="34" charset="0"/>
              </a:rPr>
            </a:br>
            <a:r>
              <a:rPr lang="en-US" sz="1000" dirty="0">
                <a:effectLst/>
                <a:latin typeface="Calibri" panose="020F0502020204030204" pitchFamily="34" charset="0"/>
              </a:rPr>
              <a:t>Find a team strategy. Do you want to work together on the same questions, or split them up? Maybe assign a column to each teammate. Maybe some can start with the use case questions while others go for the main AA chunk. </a:t>
            </a:r>
          </a:p>
          <a:p>
            <a:r>
              <a:rPr lang="en-US" sz="1000" dirty="0">
                <a:effectLst/>
                <a:latin typeface="Calibri" panose="020F0502020204030204" pitchFamily="34" charset="0"/>
              </a:rPr>
              <a:t> </a:t>
            </a:r>
          </a:p>
          <a:p>
            <a:r>
              <a:rPr lang="en-US" sz="1000" dirty="0">
                <a:effectLst/>
                <a:latin typeface="Calibri" panose="020F0502020204030204" pitchFamily="34" charset="0"/>
              </a:rPr>
              <a:t>Try not to spend too much time on a single question - you can always come back if time allows it. Feel free to reach out to our team for assistance or if you have any questions. Questions have hints if needed. </a:t>
            </a:r>
          </a:p>
          <a:p>
            <a:r>
              <a:rPr lang="en-US" sz="1000" dirty="0">
                <a:effectLst/>
                <a:latin typeface="Calibri" panose="020F0502020204030204" pitchFamily="34" charset="0"/>
              </a:rPr>
              <a:t> </a:t>
            </a:r>
          </a:p>
          <a:p>
            <a:endParaRPr lang="en-US" sz="1000" dirty="0">
              <a:effectLst/>
              <a:latin typeface="Calibri" panose="020F0502020204030204" pitchFamily="34" charset="0"/>
            </a:endParaRPr>
          </a:p>
        </p:txBody>
      </p:sp>
      <p:sp>
        <p:nvSpPr>
          <p:cNvPr id="118" name="Google Shape;118;p4:notes"/>
          <p:cNvSpPr txBox="1">
            <a:spLocks noGrp="1"/>
          </p:cNvSpPr>
          <p:nvPr>
            <p:ph type="ftr" idx="11"/>
          </p:nvPr>
        </p:nvSpPr>
        <p:spPr>
          <a:xfrm>
            <a:off x="404203" y="8829967"/>
            <a:ext cx="5103066"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r>
              <a:rPr lang="en-US"/>
              <a:t>Copyright © 2020 Exabeam, Inc. All Rights Reserved. CONFIDENTIAL.</a:t>
            </a:r>
            <a:endParaRPr/>
          </a:p>
        </p:txBody>
      </p:sp>
      <p:sp>
        <p:nvSpPr>
          <p:cNvPr id="119" name="Google Shape;119;p4:notes"/>
          <p:cNvSpPr txBox="1">
            <a:spLocks noGrp="1"/>
          </p:cNvSpPr>
          <p:nvPr>
            <p:ph type="sldNum" idx="12"/>
          </p:nvPr>
        </p:nvSpPr>
        <p:spPr>
          <a:xfrm>
            <a:off x="0" y="8829967"/>
            <a:ext cx="389949"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49016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452438" y="658813"/>
            <a:ext cx="6154737" cy="34623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442096" y="4321570"/>
            <a:ext cx="6176732" cy="4346695"/>
          </a:xfrm>
          <a:prstGeom prst="rect">
            <a:avLst/>
          </a:prstGeom>
          <a:noFill/>
          <a:ln>
            <a:noFill/>
          </a:ln>
        </p:spPr>
        <p:txBody>
          <a:bodyPr spcFirstLastPara="1" wrap="square" lIns="93175" tIns="46575" rIns="93175" bIns="46575" anchor="t" anchorCtr="0">
            <a:noAutofit/>
          </a:bodyPr>
          <a:lstStyle/>
          <a:p>
            <a:r>
              <a:rPr lang="en-US" sz="1000" dirty="0">
                <a:effectLst/>
                <a:latin typeface="Calibri" panose="020F0502020204030204" pitchFamily="34" charset="0"/>
                <a:hlinkClick r:id="rId3"/>
              </a:rPr>
              <a:t>https://exp-0-event.exalabs.io/</a:t>
            </a:r>
            <a:endParaRPr lang="en-US" sz="1000" dirty="0">
              <a:effectLst/>
              <a:latin typeface="Calibri" panose="020F0502020204030204" pitchFamily="34" charset="0"/>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dirty="0">
                <a:effectLst/>
                <a:latin typeface="Calibri" panose="020F0502020204030204" pitchFamily="34" charset="0"/>
                <a:hlinkClick r:id="rId3"/>
              </a:rPr>
              <a:t>https://exp-1-event.exalabs.io/</a:t>
            </a:r>
            <a:endParaRPr lang="en-US" sz="1000" dirty="0">
              <a:effectLst/>
              <a:latin typeface="Calibri" panose="020F0502020204030204" pitchFamily="34" charset="0"/>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dirty="0">
                <a:effectLst/>
                <a:latin typeface="Calibri" panose="020F0502020204030204" pitchFamily="34" charset="0"/>
                <a:hlinkClick r:id="rId3"/>
              </a:rPr>
              <a:t>https://ctf-0-event.exalabs.io/</a:t>
            </a:r>
            <a:endParaRPr lang="en-US" sz="1000" dirty="0">
              <a:effectLst/>
              <a:latin typeface="Calibri" panose="020F0502020204030204" pitchFamily="34" charset="0"/>
            </a:endParaRPr>
          </a:p>
          <a:p>
            <a:endParaRPr lang="en-US" sz="1000" dirty="0">
              <a:effectLst/>
              <a:latin typeface="Calibri" panose="020F0502020204030204" pitchFamily="34" charset="0"/>
            </a:endParaRPr>
          </a:p>
          <a:p>
            <a:endParaRPr lang="en-US" sz="1000" dirty="0">
              <a:effectLst/>
              <a:latin typeface="Calibri" panose="020F0502020204030204" pitchFamily="34" charset="0"/>
            </a:endParaRPr>
          </a:p>
          <a:p>
            <a:r>
              <a:rPr lang="en-US" sz="1000" dirty="0">
                <a:effectLst/>
                <a:latin typeface="Calibri" panose="020F0502020204030204" pitchFamily="34" charset="0"/>
              </a:rPr>
              <a:t>(AA+DL UI’s linked at bottom of main CTF screen)</a:t>
            </a:r>
          </a:p>
          <a:p>
            <a:r>
              <a:rPr lang="en-US" sz="1000" kern="1200" dirty="0">
                <a:solidFill>
                  <a:schemeClr val="tx1"/>
                </a:solidFill>
                <a:effectLst/>
                <a:latin typeface="Calibri" panose="020F0502020204030204" pitchFamily="34" charset="0"/>
                <a:ea typeface="+mn-ea"/>
                <a:cs typeface="+mn-cs"/>
              </a:rPr>
              <a:t>CTF UI: admin | 5waOq7xC99QT</a:t>
            </a:r>
            <a:endParaRPr lang="en-US" sz="1000" dirty="0">
              <a:effectLst/>
              <a:latin typeface="Calibri" panose="020F0502020204030204" pitchFamily="34" charset="0"/>
            </a:endParaRPr>
          </a:p>
          <a:p>
            <a:r>
              <a:rPr lang="en-US" sz="1000" kern="1200" dirty="0" err="1">
                <a:solidFill>
                  <a:schemeClr val="tx1"/>
                </a:solidFill>
                <a:effectLst/>
                <a:latin typeface="Calibri" panose="020F0502020204030204" pitchFamily="34" charset="0"/>
                <a:ea typeface="+mn-ea"/>
                <a:cs typeface="+mn-cs"/>
              </a:rPr>
              <a:t>Exabeam</a:t>
            </a:r>
            <a:r>
              <a:rPr lang="en-US" sz="1000" kern="1200" dirty="0">
                <a:solidFill>
                  <a:schemeClr val="tx1"/>
                </a:solidFill>
                <a:effectLst/>
                <a:latin typeface="Calibri" panose="020F0502020204030204" pitchFamily="34" charset="0"/>
                <a:ea typeface="+mn-ea"/>
                <a:cs typeface="+mn-cs"/>
              </a:rPr>
              <a:t> UI: soc-manager | </a:t>
            </a:r>
            <a:r>
              <a:rPr lang="en-US" sz="1000" dirty="0">
                <a:effectLst/>
                <a:latin typeface="Calibri" panose="020F0502020204030204" pitchFamily="34" charset="0"/>
              </a:rPr>
              <a:t>sub38Dee61map$!</a:t>
            </a:r>
          </a:p>
          <a:p>
            <a:r>
              <a:rPr lang="en-US" sz="1000" kern="1200" dirty="0">
                <a:solidFill>
                  <a:schemeClr val="tx1"/>
                </a:solidFill>
                <a:effectLst/>
                <a:latin typeface="Calibri" panose="020F0502020204030204" pitchFamily="34" charset="0"/>
                <a:ea typeface="+mn-ea"/>
                <a:cs typeface="+mn-cs"/>
              </a:rPr>
              <a:t>Answer bank (other than CTF admin UI)</a:t>
            </a:r>
            <a:br>
              <a:rPr lang="en-US" sz="1000" kern="1200" dirty="0">
                <a:solidFill>
                  <a:schemeClr val="tx1"/>
                </a:solidFill>
                <a:effectLst/>
                <a:latin typeface="Calibri" panose="020F0502020204030204" pitchFamily="34" charset="0"/>
                <a:ea typeface="+mn-ea"/>
                <a:cs typeface="+mn-cs"/>
              </a:rPr>
            </a:br>
            <a:r>
              <a:rPr lang="en-US" sz="1000" dirty="0">
                <a:effectLst/>
                <a:latin typeface="Calibri" panose="020F0502020204030204" pitchFamily="34" charset="0"/>
                <a:hlinkClick r:id="rId4"/>
              </a:rPr>
              <a:t>AnswerBank_Master_CTF</a:t>
            </a:r>
            <a:endParaRPr lang="en-US" sz="1000" dirty="0">
              <a:effectLst/>
              <a:latin typeface="Calibri" panose="020F0502020204030204" pitchFamily="34" charset="0"/>
            </a:endParaRPr>
          </a:p>
          <a:p>
            <a:pPr marL="0" marR="0" lvl="0" indent="0" algn="l" defTabSz="914400" rtl="0" eaLnBrk="1" fontAlgn="auto" latinLnBrk="0" hangingPunct="1">
              <a:lnSpc>
                <a:spcPct val="100000"/>
              </a:lnSpc>
              <a:spcBef>
                <a:spcPts val="300"/>
              </a:spcBef>
              <a:spcAft>
                <a:spcPts val="300"/>
              </a:spcAft>
              <a:buClrTx/>
              <a:buSzTx/>
              <a:buFontTx/>
              <a:buNone/>
              <a:tabLst/>
              <a:defRPr/>
            </a:pPr>
            <a:endParaRPr lang="en-US" sz="1000" b="0" i="0" u="none" strike="noStrike" kern="1200" cap="none" dirty="0">
              <a:solidFill>
                <a:schemeClr val="tx1"/>
              </a:solidFill>
              <a:effectLst/>
              <a:latin typeface="Calibri" panose="020F0502020204030204" pitchFamily="34" charset="0"/>
              <a:ea typeface="Calibri"/>
              <a:cs typeface="Calibri"/>
              <a:sym typeface="Calibri"/>
            </a:endParaRPr>
          </a:p>
          <a:p>
            <a:pPr marL="0" marR="0" lvl="0" indent="0" algn="l" defTabSz="914400" rtl="0" eaLnBrk="1" fontAlgn="auto" latinLnBrk="0" hangingPunct="1">
              <a:lnSpc>
                <a:spcPct val="100000"/>
              </a:lnSpc>
              <a:spcBef>
                <a:spcPts val="300"/>
              </a:spcBef>
              <a:spcAft>
                <a:spcPts val="300"/>
              </a:spcAft>
              <a:buClrTx/>
              <a:buSzTx/>
              <a:buFontTx/>
              <a:buNone/>
              <a:tabLst/>
              <a:defRPr/>
            </a:pPr>
            <a:r>
              <a:rPr lang="en-US" sz="1000" b="0" i="0" u="none" strike="noStrike" kern="1200" cap="none" dirty="0">
                <a:solidFill>
                  <a:schemeClr val="tx1"/>
                </a:solidFill>
                <a:effectLst/>
                <a:latin typeface="Calibri" panose="020F0502020204030204" pitchFamily="34" charset="0"/>
                <a:ea typeface="Calibri"/>
                <a:cs typeface="Calibri"/>
                <a:sym typeface="Calibri"/>
              </a:rPr>
              <a:t>"District 1" through "District 9". Passwords to join the team are "District@1" through "District@9". Example on next slide.</a:t>
            </a:r>
          </a:p>
        </p:txBody>
      </p:sp>
      <p:sp>
        <p:nvSpPr>
          <p:cNvPr id="118" name="Google Shape;118;p4:notes"/>
          <p:cNvSpPr txBox="1">
            <a:spLocks noGrp="1"/>
          </p:cNvSpPr>
          <p:nvPr>
            <p:ph type="ftr" idx="11"/>
          </p:nvPr>
        </p:nvSpPr>
        <p:spPr>
          <a:xfrm>
            <a:off x="404203" y="8829967"/>
            <a:ext cx="5103066"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r>
              <a:rPr lang="en-US"/>
              <a:t>Copyright © 2020 Exabeam, Inc. All Rights Reserved. CONFIDENTIAL.</a:t>
            </a:r>
            <a:endParaRPr/>
          </a:p>
        </p:txBody>
      </p:sp>
      <p:sp>
        <p:nvSpPr>
          <p:cNvPr id="119" name="Google Shape;119;p4:notes"/>
          <p:cNvSpPr txBox="1">
            <a:spLocks noGrp="1"/>
          </p:cNvSpPr>
          <p:nvPr>
            <p:ph type="sldNum" idx="12"/>
          </p:nvPr>
        </p:nvSpPr>
        <p:spPr>
          <a:xfrm>
            <a:off x="0" y="8829967"/>
            <a:ext cx="389949" cy="466433"/>
          </a:xfrm>
          <a:prstGeom prst="rect">
            <a:avLst/>
          </a:prstGeom>
          <a:noFill/>
          <a:ln>
            <a:noFill/>
          </a:ln>
        </p:spPr>
        <p:txBody>
          <a:bodyPr spcFirstLastPara="1" wrap="square" lIns="93175" tIns="46575" rIns="93175" bIns="46575" anchor="b" anchorCtr="0">
            <a:noAutofit/>
          </a:bodyPr>
          <a:lstStyle/>
          <a:p>
            <a:pPr marL="0" lvl="0" indent="0" algn="l"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33631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10</a:t>
            </a:fld>
            <a:endParaRPr lang="en-US" dirty="0"/>
          </a:p>
        </p:txBody>
      </p:sp>
    </p:spTree>
    <p:extLst>
      <p:ext uri="{BB962C8B-B14F-4D97-AF65-F5344CB8AC3E}">
        <p14:creationId xmlns:p14="http://schemas.microsoft.com/office/powerpoint/2010/main" val="1307773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luck. Here are a few ways to ask for help if you get stuck. </a:t>
            </a:r>
          </a:p>
          <a:p>
            <a:pPr marL="0" marR="0" lvl="0" indent="0" algn="l" defTabSz="914400" rtl="0" eaLnBrk="1" fontAlgn="auto" latinLnBrk="0" hangingPunct="1">
              <a:lnSpc>
                <a:spcPct val="100000"/>
              </a:lnSpc>
              <a:spcBef>
                <a:spcPts val="300"/>
              </a:spcBef>
              <a:spcAft>
                <a:spcPts val="300"/>
              </a:spcAft>
              <a:buClrTx/>
              <a:buSzTx/>
              <a:buFontTx/>
              <a:buNone/>
              <a:tabLst/>
              <a:defRPr/>
            </a:pPr>
            <a:r>
              <a:rPr lang="en-US" dirty="0"/>
              <a:t>//At this point, provide </a:t>
            </a:r>
            <a:r>
              <a:rPr lang="en-US" dirty="0" err="1"/>
              <a:t>Exabeam</a:t>
            </a:r>
            <a:r>
              <a:rPr lang="en-US" dirty="0"/>
              <a:t> UI logins and then open the breakout rooms. Check in on all of the rooms to ensure everyone is logged in and has an idea of how to play. This might be a good time to point out the use case questions at the bottom. </a:t>
            </a:r>
          </a:p>
          <a:p>
            <a:r>
              <a:rPr lang="en-US" dirty="0"/>
              <a:t>_________________</a:t>
            </a:r>
          </a:p>
          <a:p>
            <a:endParaRPr lang="en-US" dirty="0"/>
          </a:p>
          <a:p>
            <a:pPr marL="0" marR="0" lvl="0" indent="0" algn="l" defTabSz="914400" rtl="0" eaLnBrk="1" fontAlgn="auto" latinLnBrk="0" hangingPunct="1">
              <a:lnSpc>
                <a:spcPct val="100000"/>
              </a:lnSpc>
              <a:spcBef>
                <a:spcPts val="300"/>
              </a:spcBef>
              <a:spcAft>
                <a:spcPts val="300"/>
              </a:spcAft>
              <a:buClrTx/>
              <a:buSzTx/>
              <a:buFontTx/>
              <a:buNone/>
              <a:tabLst/>
              <a:defRPr/>
            </a:pPr>
            <a:r>
              <a:rPr lang="en-US" dirty="0"/>
              <a:t>Ask for Help button in Zoom only shows when you use breakout rooms</a:t>
            </a:r>
          </a:p>
          <a:p>
            <a:endParaRPr lang="en-US" dirty="0"/>
          </a:p>
          <a:p>
            <a:endParaRPr lang="en-US" dirty="0"/>
          </a:p>
          <a:p>
            <a:r>
              <a:rPr lang="en-US" dirty="0"/>
              <a:t>How to enable Zoom breakout rooms: https://</a:t>
            </a:r>
            <a:r>
              <a:rPr lang="en-US" dirty="0" err="1"/>
              <a:t>support.zoom.us</a:t>
            </a:r>
            <a:r>
              <a:rPr lang="en-US" dirty="0"/>
              <a:t>/</a:t>
            </a:r>
            <a:r>
              <a:rPr lang="en-US" dirty="0" err="1"/>
              <a:t>hc</a:t>
            </a:r>
            <a:r>
              <a:rPr lang="en-US" dirty="0"/>
              <a:t>/</a:t>
            </a:r>
            <a:r>
              <a:rPr lang="en-US" dirty="0" err="1"/>
              <a:t>en</a:t>
            </a:r>
            <a:r>
              <a:rPr lang="en-US" dirty="0"/>
              <a:t>-us/articles/206476093-Enabling-breakout-rooms</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l" rtl="0">
              <a:spcBef>
                <a:spcPts val="0"/>
              </a:spcBef>
              <a:spcAft>
                <a:spcPts val="0"/>
              </a:spcAft>
              <a:buNone/>
            </a:pPr>
            <a:fld id="{00000000-1234-1234-1234-123412341234}" type="slidenum">
              <a:rPr lang="en-US" sz="900" b="0" i="0" u="none" strike="noStrike" cap="none" smtClean="0">
                <a:solidFill>
                  <a:schemeClr val="dk1"/>
                </a:solidFill>
                <a:latin typeface="Calibri"/>
                <a:ea typeface="Calibri"/>
                <a:cs typeface="Calibri"/>
                <a:sym typeface="Calibri"/>
              </a:rPr>
              <a:t>12</a:t>
            </a:fld>
            <a:endParaRPr lang="en-US" sz="9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4597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event as a way to teach users how to use AA/DL. Guide them through questions if needed, and keep it interactive/fun!</a:t>
            </a:r>
          </a:p>
        </p:txBody>
      </p:sp>
      <p:sp>
        <p:nvSpPr>
          <p:cNvPr id="4" name="Footer Placeholder 3"/>
          <p:cNvSpPr>
            <a:spLocks noGrp="1"/>
          </p:cNvSpPr>
          <p:nvPr>
            <p:ph type="ftr" sz="quarter" idx="4"/>
          </p:nvPr>
        </p:nvSpPr>
        <p:spPr/>
        <p:txBody>
          <a:bodyPr/>
          <a:lstStyle/>
          <a:p>
            <a:r>
              <a:rPr lang="en-US"/>
              <a:t>Copyright © 2020 Exabeam, Inc. All Rights Reserved. CONFIDENTIAL.</a:t>
            </a:r>
            <a:endParaRPr lang="en-US" dirty="0"/>
          </a:p>
        </p:txBody>
      </p:sp>
      <p:sp>
        <p:nvSpPr>
          <p:cNvPr id="5" name="Slide Number Placeholder 4"/>
          <p:cNvSpPr>
            <a:spLocks noGrp="1"/>
          </p:cNvSpPr>
          <p:nvPr>
            <p:ph type="sldNum" sz="quarter" idx="5"/>
          </p:nvPr>
        </p:nvSpPr>
        <p:spPr/>
        <p:txBody>
          <a:bodyPr/>
          <a:lstStyle/>
          <a:p>
            <a:fld id="{B97EFF7B-608F-4883-A3FB-C85EEF023762}" type="slidenum">
              <a:rPr lang="en-US" smtClean="0"/>
              <a:pPr/>
              <a:t>13</a:t>
            </a:fld>
            <a:endParaRPr lang="en-US" dirty="0"/>
          </a:p>
        </p:txBody>
      </p:sp>
    </p:spTree>
    <p:extLst>
      <p:ext uri="{BB962C8B-B14F-4D97-AF65-F5344CB8AC3E}">
        <p14:creationId xmlns:p14="http://schemas.microsoft.com/office/powerpoint/2010/main" val="1782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22" y="-6284"/>
            <a:ext cx="12191678" cy="6355769"/>
          </a:xfrm>
          <a:prstGeom prst="rect">
            <a:avLst/>
          </a:prstGeom>
        </p:spPr>
      </p:pic>
      <p:sp>
        <p:nvSpPr>
          <p:cNvPr id="25603" name="Rectangle 3"/>
          <p:cNvSpPr>
            <a:spLocks noGrp="1" noChangeArrowheads="1"/>
          </p:cNvSpPr>
          <p:nvPr>
            <p:ph type="subTitle" idx="1"/>
          </p:nvPr>
        </p:nvSpPr>
        <p:spPr>
          <a:xfrm>
            <a:off x="1385693" y="4624406"/>
            <a:ext cx="10376778" cy="1068472"/>
          </a:xfrm>
          <a:prstGeom prst="rect">
            <a:avLst/>
          </a:prstGeom>
        </p:spPr>
        <p:txBody>
          <a:bodyPr vert="horz" lIns="27432" tIns="27432" rIns="27432" bIns="27432" rtlCol="0">
            <a:normAutofit/>
          </a:bodyPr>
          <a:lstStyle>
            <a:lvl1pPr marL="168270" indent="-168270" algn="l">
              <a:buFont typeface="Wingdings" panose="05000000000000000000" pitchFamily="2" charset="2"/>
              <a:buNone/>
              <a:tabLst>
                <a:tab pos="1195388" algn="l"/>
              </a:tabLst>
              <a:defRPr lang="en-US" sz="1400" i="0" kern="0" dirty="0">
                <a:solidFill>
                  <a:schemeClr val="bg1"/>
                </a:solidFill>
                <a:latin typeface="Calibri" panose="020F0502020204030204" pitchFamily="34" charset="0"/>
              </a:defRPr>
            </a:lvl1pPr>
          </a:lstStyle>
          <a:p>
            <a:pPr marL="0" lvl="0" indent="0">
              <a:buSzPct val="80000"/>
            </a:pPr>
            <a:r>
              <a:rPr lang="en-US"/>
              <a:t>Click to edit Master subtitle style</a:t>
            </a:r>
            <a:endParaRPr lang="en-US" dirty="0"/>
          </a:p>
        </p:txBody>
      </p:sp>
      <p:sp>
        <p:nvSpPr>
          <p:cNvPr id="25602" name="Rectangle 2"/>
          <p:cNvSpPr>
            <a:spLocks noGrp="1" noChangeArrowheads="1"/>
          </p:cNvSpPr>
          <p:nvPr>
            <p:ph type="ctrTitle"/>
          </p:nvPr>
        </p:nvSpPr>
        <p:spPr>
          <a:xfrm>
            <a:off x="1374255" y="2964426"/>
            <a:ext cx="10347712" cy="1009596"/>
          </a:xfrm>
          <a:noFill/>
          <a:ln w="9525" algn="ctr">
            <a:noFill/>
            <a:miter lim="800000"/>
            <a:headEnd/>
            <a:tailEnd/>
          </a:ln>
          <a:effectLst/>
        </p:spPr>
        <p:txBody>
          <a:bodyPr vert="horz" wrap="square" lIns="27432" tIns="27432" rIns="27432" bIns="27432" numCol="1" anchor="b" anchorCtr="0" compatLnSpc="1">
            <a:prstTxWarp prst="textNoShape">
              <a:avLst/>
            </a:prstTxWarp>
          </a:bodyPr>
          <a:lstStyle>
            <a:lvl1pPr algn="l">
              <a:defRPr lang="en-US" sz="3000" b="0" kern="0" cap="all" baseline="0" dirty="0">
                <a:solidFill>
                  <a:schemeClr val="bg1"/>
                </a:solidFill>
              </a:defRPr>
            </a:lvl1pPr>
          </a:lstStyle>
          <a:p>
            <a:pPr lvl="0"/>
            <a:r>
              <a:rPr lang="en-US"/>
              <a:t>Click to edit Master title style</a:t>
            </a:r>
            <a:endParaRPr lang="en-US" dirty="0"/>
          </a:p>
        </p:txBody>
      </p:sp>
      <p:sp>
        <p:nvSpPr>
          <p:cNvPr id="11" name="Text Placeholder 10"/>
          <p:cNvSpPr>
            <a:spLocks noGrp="1"/>
          </p:cNvSpPr>
          <p:nvPr>
            <p:ph type="body" sz="quarter" idx="10"/>
          </p:nvPr>
        </p:nvSpPr>
        <p:spPr>
          <a:xfrm>
            <a:off x="1368856" y="3966702"/>
            <a:ext cx="5308600" cy="428318"/>
          </a:xfrm>
        </p:spPr>
        <p:txBody>
          <a:bodyPr/>
          <a:lstStyle>
            <a:lvl1pPr marL="22225" indent="0">
              <a:buNone/>
              <a:defRPr sz="13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15" name="Picture 1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63212" y="2480310"/>
            <a:ext cx="1881784" cy="380876"/>
          </a:xfrm>
          <a:prstGeom prst="rect">
            <a:avLst/>
          </a:prstGeom>
        </p:spPr>
      </p:pic>
      <p:grpSp>
        <p:nvGrpSpPr>
          <p:cNvPr id="25" name="Group 24"/>
          <p:cNvGrpSpPr/>
          <p:nvPr userDrawn="1"/>
        </p:nvGrpSpPr>
        <p:grpSpPr>
          <a:xfrm>
            <a:off x="0" y="6514788"/>
            <a:ext cx="12191999" cy="225358"/>
            <a:chOff x="0" y="6514788"/>
            <a:chExt cx="12191999" cy="225358"/>
          </a:xfrm>
        </p:grpSpPr>
        <p:sp>
          <p:nvSpPr>
            <p:cNvPr id="14" name="TextBox 13"/>
            <p:cNvSpPr txBox="1"/>
            <p:nvPr userDrawn="1"/>
          </p:nvSpPr>
          <p:spPr bwMode="auto">
            <a:xfrm>
              <a:off x="0" y="6518547"/>
              <a:ext cx="12191999" cy="221599"/>
            </a:xfrm>
            <a:prstGeom prst="rect">
              <a:avLst/>
            </a:prstGeom>
            <a:noFill/>
            <a:ln w="9525">
              <a:noFill/>
              <a:miter lim="800000"/>
              <a:headEnd/>
              <a:tailEnd/>
            </a:ln>
            <a:effectLst/>
          </p:spPr>
          <p:txBody>
            <a:bodyPr wrap="square" lIns="27432" tIns="27432" rIns="27432" bIns="27432" rtlCol="0">
              <a:spAutoFit/>
            </a:bodyPr>
            <a:lstStyle/>
            <a:p>
              <a:pPr algn="ctr">
                <a:lnSpc>
                  <a:spcPct val="90000"/>
                </a:lnSpc>
                <a:spcBef>
                  <a:spcPts val="300"/>
                </a:spcBef>
                <a:spcAft>
                  <a:spcPts val="300"/>
                </a:spcAft>
              </a:pPr>
              <a:r>
                <a:rPr lang="en-US" sz="1200" dirty="0">
                  <a:solidFill>
                    <a:schemeClr val="bg2">
                      <a:lumMod val="90000"/>
                    </a:schemeClr>
                  </a:solidFill>
                  <a:latin typeface="+mj-lt"/>
                </a:rPr>
                <a:t>CONFIDENTIAL</a:t>
              </a:r>
            </a:p>
          </p:txBody>
        </p:sp>
        <p:cxnSp>
          <p:nvCxnSpPr>
            <p:cNvPr id="17" name="Straight Connector 16"/>
            <p:cNvCxnSpPr>
              <a:endCxn id="14" idx="3"/>
            </p:cNvCxnSpPr>
            <p:nvPr userDrawn="1"/>
          </p:nvCxnSpPr>
          <p:spPr>
            <a:xfrm>
              <a:off x="6754742" y="6622992"/>
              <a:ext cx="5437257" cy="6355"/>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11312" y="6514788"/>
              <a:ext cx="246889" cy="216408"/>
            </a:xfrm>
            <a:prstGeom prst="rect">
              <a:avLst/>
            </a:prstGeom>
          </p:spPr>
        </p:pic>
        <p:cxnSp>
          <p:nvCxnSpPr>
            <p:cNvPr id="22" name="Straight Connector 21"/>
            <p:cNvCxnSpPr>
              <a:stCxn id="14" idx="1"/>
            </p:cNvCxnSpPr>
            <p:nvPr userDrawn="1"/>
          </p:nvCxnSpPr>
          <p:spPr>
            <a:xfrm flipV="1">
              <a:off x="0" y="6622992"/>
              <a:ext cx="5438266" cy="6355"/>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759292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5187" y="623"/>
            <a:ext cx="11208774" cy="1066800"/>
          </a:xfrm>
        </p:spPr>
        <p:txBody>
          <a:bodyPr/>
          <a:lstStyle/>
          <a:p>
            <a:r>
              <a:rPr lang="en-US"/>
              <a:t>Click to edit Master title style</a:t>
            </a:r>
            <a:endParaRPr lang="en-US" dirty="0"/>
          </a:p>
        </p:txBody>
      </p:sp>
      <p:sp>
        <p:nvSpPr>
          <p:cNvPr id="10" name="Text Placeholder 9"/>
          <p:cNvSpPr>
            <a:spLocks noGrp="1"/>
          </p:cNvSpPr>
          <p:nvPr>
            <p:ph type="body" sz="quarter" idx="16"/>
          </p:nvPr>
        </p:nvSpPr>
        <p:spPr>
          <a:xfrm>
            <a:off x="883218" y="1390620"/>
            <a:ext cx="10780958" cy="4879144"/>
          </a:xfrm>
          <a:prstGeom prst="rect">
            <a:avLst/>
          </a:prstGeom>
        </p:spPr>
        <p:txBody>
          <a:bodyPr/>
          <a:lstStyle>
            <a:lvl1pPr>
              <a:buClr>
                <a:schemeClr val="tx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15"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6"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4533E39D-A9A6-4DEE-B73A-AB6304898596}" type="datetime4">
              <a:rPr lang="en-US" smtClean="0"/>
              <a:t>December 7, 2021</a:t>
            </a:fld>
            <a:endParaRPr lang="en-US" dirty="0"/>
          </a:p>
        </p:txBody>
      </p:sp>
    </p:spTree>
    <p:extLst>
      <p:ext uri="{BB962C8B-B14F-4D97-AF65-F5344CB8AC3E}">
        <p14:creationId xmlns:p14="http://schemas.microsoft.com/office/powerpoint/2010/main" val="24933234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575187" y="623"/>
            <a:ext cx="11208774" cy="1066800"/>
          </a:xfrm>
        </p:spPr>
        <p:txBody>
          <a:bodyPr/>
          <a:lstStyle/>
          <a:p>
            <a:r>
              <a:rPr lang="en-US"/>
              <a:t>Click to edit Master title style</a:t>
            </a:r>
            <a:endParaRPr lang="en-US" dirty="0"/>
          </a:p>
        </p:txBody>
      </p:sp>
      <p:sp>
        <p:nvSpPr>
          <p:cNvPr id="10" name="Text Placeholder 9"/>
          <p:cNvSpPr>
            <a:spLocks noGrp="1"/>
          </p:cNvSpPr>
          <p:nvPr>
            <p:ph type="body" sz="quarter" idx="16"/>
          </p:nvPr>
        </p:nvSpPr>
        <p:spPr>
          <a:xfrm>
            <a:off x="855406" y="1902542"/>
            <a:ext cx="10899058" cy="4365523"/>
          </a:xfrm>
          <a:prstGeom prst="rect">
            <a:avLst/>
          </a:prstGeom>
        </p:spPr>
        <p:txBody>
          <a:bodyPr/>
          <a:lstStyle>
            <a:lvl1pPr>
              <a:buClr>
                <a:schemeClr val="tx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quarter" idx="17"/>
          </p:nvPr>
        </p:nvSpPr>
        <p:spPr>
          <a:xfrm>
            <a:off x="828936" y="1298963"/>
            <a:ext cx="10913806" cy="432271"/>
          </a:xfrm>
          <a:prstGeom prst="rect">
            <a:avLst/>
          </a:prstGeom>
        </p:spPr>
        <p:txBody>
          <a:bodyPr lIns="27432" tIns="27432" rIns="27432" bIns="27432">
            <a:noAutofit/>
          </a:bodyPr>
          <a:lstStyle>
            <a:lvl1pPr marL="22225" indent="0">
              <a:lnSpc>
                <a:spcPct val="90000"/>
              </a:lnSpc>
              <a:spcBef>
                <a:spcPts val="0"/>
              </a:spcBef>
              <a:spcAft>
                <a:spcPts val="0"/>
              </a:spcAft>
              <a:buFont typeface="Arial" panose="020B0604020202020204" pitchFamily="34" charset="0"/>
              <a:buNone/>
              <a:defRPr sz="2400" i="0">
                <a:solidFill>
                  <a:schemeClr val="accent4"/>
                </a:solidFill>
              </a:defRPr>
            </a:lvl1pPr>
          </a:lstStyle>
          <a:p>
            <a:pPr lvl="0"/>
            <a:r>
              <a:rPr lang="en-US"/>
              <a:t>Click to edit Master text styles</a:t>
            </a:r>
          </a:p>
        </p:txBody>
      </p:sp>
      <p:sp>
        <p:nvSpPr>
          <p:cNvPr id="8"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9"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1"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176D5F0A-DE3E-440A-B6E9-8EF90A93E977}" type="datetime4">
              <a:rPr lang="en-US" smtClean="0"/>
              <a:t>December 7, 2021</a:t>
            </a:fld>
            <a:endParaRPr lang="en-US" dirty="0"/>
          </a:p>
        </p:txBody>
      </p:sp>
    </p:spTree>
    <p:extLst>
      <p:ext uri="{BB962C8B-B14F-4D97-AF65-F5344CB8AC3E}">
        <p14:creationId xmlns:p14="http://schemas.microsoft.com/office/powerpoint/2010/main" val="342846792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3309" y="-6285"/>
            <a:ext cx="12230704" cy="6355080"/>
          </a:xfrm>
          <a:prstGeom prst="rect">
            <a:avLst/>
          </a:prstGeom>
        </p:spPr>
      </p:pic>
      <p:sp>
        <p:nvSpPr>
          <p:cNvPr id="25603" name="Rectangle 3"/>
          <p:cNvSpPr>
            <a:spLocks noGrp="1" noChangeArrowheads="1"/>
          </p:cNvSpPr>
          <p:nvPr>
            <p:ph type="subTitle" idx="1"/>
          </p:nvPr>
        </p:nvSpPr>
        <p:spPr>
          <a:xfrm>
            <a:off x="1385693" y="4201758"/>
            <a:ext cx="10376778" cy="1068472"/>
          </a:xfrm>
          <a:prstGeom prst="rect">
            <a:avLst/>
          </a:prstGeom>
        </p:spPr>
        <p:txBody>
          <a:bodyPr vert="horz" lIns="27432" tIns="27432" rIns="27432" bIns="27432" rtlCol="0">
            <a:normAutofit/>
          </a:bodyPr>
          <a:lstStyle>
            <a:lvl1pPr marL="168270" indent="-168270" algn="l">
              <a:buFont typeface="Wingdings" panose="05000000000000000000" pitchFamily="2" charset="2"/>
              <a:buNone/>
              <a:tabLst>
                <a:tab pos="1195388" algn="l"/>
              </a:tabLst>
              <a:defRPr lang="en-US" sz="2000" i="0" kern="0" dirty="0">
                <a:solidFill>
                  <a:schemeClr val="bg1"/>
                </a:solidFill>
                <a:latin typeface="Calibri" panose="020F0502020204030204" pitchFamily="34" charset="0"/>
              </a:defRPr>
            </a:lvl1pPr>
          </a:lstStyle>
          <a:p>
            <a:pPr marL="0" lvl="0" indent="0">
              <a:buSzPct val="80000"/>
            </a:pPr>
            <a:r>
              <a:rPr lang="en-US"/>
              <a:t>Click to edit Master subtitle style</a:t>
            </a:r>
            <a:endParaRPr lang="en-US" dirty="0"/>
          </a:p>
        </p:txBody>
      </p:sp>
      <p:sp>
        <p:nvSpPr>
          <p:cNvPr id="25602" name="Rectangle 2"/>
          <p:cNvSpPr>
            <a:spLocks noGrp="1" noChangeArrowheads="1"/>
          </p:cNvSpPr>
          <p:nvPr>
            <p:ph type="ctrTitle"/>
          </p:nvPr>
        </p:nvSpPr>
        <p:spPr>
          <a:xfrm>
            <a:off x="1374255" y="2964426"/>
            <a:ext cx="10347712" cy="1009596"/>
          </a:xfrm>
          <a:noFill/>
          <a:ln w="9525" algn="ctr">
            <a:noFill/>
            <a:miter lim="800000"/>
            <a:headEnd/>
            <a:tailEnd/>
          </a:ln>
          <a:effectLst/>
        </p:spPr>
        <p:txBody>
          <a:bodyPr vert="horz" wrap="square" lIns="27432" tIns="27432" rIns="27432" bIns="27432" numCol="1" anchor="b" anchorCtr="0" compatLnSpc="1">
            <a:prstTxWarp prst="textNoShape">
              <a:avLst/>
            </a:prstTxWarp>
          </a:bodyPr>
          <a:lstStyle>
            <a:lvl1pPr algn="l">
              <a:defRPr lang="en-US" sz="3000" b="0" kern="0" cap="all" baseline="0" dirty="0">
                <a:solidFill>
                  <a:schemeClr val="bg1"/>
                </a:solidFill>
              </a:defRPr>
            </a:lvl1pPr>
          </a:lstStyle>
          <a:p>
            <a:pPr lvl="0"/>
            <a:r>
              <a:rPr lang="en-US"/>
              <a:t>Click to edit Master title style</a:t>
            </a:r>
            <a:endParaRPr lang="en-US" dirty="0"/>
          </a:p>
        </p:txBody>
      </p:sp>
      <p:pic>
        <p:nvPicPr>
          <p:cNvPr id="7" name="Picture 6"/>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63212" y="2480310"/>
            <a:ext cx="1881784" cy="380876"/>
          </a:xfrm>
          <a:prstGeom prst="rect">
            <a:avLst/>
          </a:prstGeom>
        </p:spPr>
      </p:pic>
      <p:grpSp>
        <p:nvGrpSpPr>
          <p:cNvPr id="12" name="Group 11"/>
          <p:cNvGrpSpPr/>
          <p:nvPr userDrawn="1"/>
        </p:nvGrpSpPr>
        <p:grpSpPr>
          <a:xfrm>
            <a:off x="0" y="6514788"/>
            <a:ext cx="12191999" cy="225358"/>
            <a:chOff x="0" y="6514788"/>
            <a:chExt cx="12191999" cy="225358"/>
          </a:xfrm>
        </p:grpSpPr>
        <p:sp>
          <p:nvSpPr>
            <p:cNvPr id="13" name="TextBox 12"/>
            <p:cNvSpPr txBox="1"/>
            <p:nvPr userDrawn="1"/>
          </p:nvSpPr>
          <p:spPr bwMode="auto">
            <a:xfrm>
              <a:off x="0" y="6518547"/>
              <a:ext cx="12191999" cy="221599"/>
            </a:xfrm>
            <a:prstGeom prst="rect">
              <a:avLst/>
            </a:prstGeom>
            <a:noFill/>
            <a:ln w="9525">
              <a:noFill/>
              <a:miter lim="800000"/>
              <a:headEnd/>
              <a:tailEnd/>
            </a:ln>
            <a:effectLst/>
          </p:spPr>
          <p:txBody>
            <a:bodyPr wrap="square" lIns="27432" tIns="27432" rIns="27432" bIns="27432" rtlCol="0">
              <a:spAutoFit/>
            </a:bodyPr>
            <a:lstStyle/>
            <a:p>
              <a:pPr algn="ctr">
                <a:lnSpc>
                  <a:spcPct val="90000"/>
                </a:lnSpc>
                <a:spcBef>
                  <a:spcPts val="300"/>
                </a:spcBef>
                <a:spcAft>
                  <a:spcPts val="300"/>
                </a:spcAft>
              </a:pPr>
              <a:r>
                <a:rPr lang="en-US" sz="1200" dirty="0">
                  <a:solidFill>
                    <a:schemeClr val="bg2">
                      <a:lumMod val="90000"/>
                    </a:schemeClr>
                  </a:solidFill>
                  <a:latin typeface="+mj-lt"/>
                </a:rPr>
                <a:t>CONFIDENTIAL</a:t>
              </a:r>
            </a:p>
          </p:txBody>
        </p:sp>
        <p:cxnSp>
          <p:nvCxnSpPr>
            <p:cNvPr id="14" name="Straight Connector 13"/>
            <p:cNvCxnSpPr>
              <a:endCxn id="13" idx="3"/>
            </p:cNvCxnSpPr>
            <p:nvPr userDrawn="1"/>
          </p:nvCxnSpPr>
          <p:spPr>
            <a:xfrm>
              <a:off x="6754742" y="6622992"/>
              <a:ext cx="5437257" cy="6355"/>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011312" y="6514788"/>
              <a:ext cx="246889" cy="216408"/>
            </a:xfrm>
            <a:prstGeom prst="rect">
              <a:avLst/>
            </a:prstGeom>
          </p:spPr>
        </p:pic>
        <p:cxnSp>
          <p:nvCxnSpPr>
            <p:cNvPr id="16" name="Straight Connector 15"/>
            <p:cNvCxnSpPr>
              <a:stCxn id="13" idx="1"/>
            </p:cNvCxnSpPr>
            <p:nvPr userDrawn="1"/>
          </p:nvCxnSpPr>
          <p:spPr>
            <a:xfrm flipV="1">
              <a:off x="0" y="6622992"/>
              <a:ext cx="5438266" cy="6355"/>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4939350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8897" y="1371600"/>
            <a:ext cx="5486400" cy="4896465"/>
          </a:xfrm>
          <a:prstGeom prst="rect">
            <a:avLst/>
          </a:prstGeom>
        </p:spPr>
        <p:txBody>
          <a:bodyPr vert="horz" lIns="27432" tIns="27432" rIns="27432" bIns="27432"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p:cNvSpPr>
            <a:spLocks noGrp="1"/>
          </p:cNvSpPr>
          <p:nvPr>
            <p:ph type="body" sz="quarter" idx="11"/>
          </p:nvPr>
        </p:nvSpPr>
        <p:spPr>
          <a:xfrm>
            <a:off x="6339529" y="1371600"/>
            <a:ext cx="5486400" cy="4896465"/>
          </a:xfrm>
          <a:prstGeom prst="rect">
            <a:avLst/>
          </a:prstGeom>
        </p:spPr>
        <p:txBody>
          <a:bodyPr lIns="27432" tIns="27432" rIns="27432" bIns="27432"/>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a:xfrm>
            <a:off x="575187" y="-5484"/>
            <a:ext cx="11208774" cy="1066800"/>
          </a:xfrm>
        </p:spPr>
        <p:txBody>
          <a:bodyPr/>
          <a:lstStyle/>
          <a:p>
            <a:r>
              <a:rPr lang="en-US"/>
              <a:t>Click to edit Master title style</a:t>
            </a:r>
            <a:endParaRPr lang="en-US" dirty="0"/>
          </a:p>
        </p:txBody>
      </p:sp>
      <p:sp>
        <p:nvSpPr>
          <p:cNvPr id="9"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10"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1"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FA7E7D84-C3E1-461C-92D5-9A15D03F7423}" type="datetime4">
              <a:rPr lang="en-US" smtClean="0"/>
              <a:t>December 7, 2021</a:t>
            </a:fld>
            <a:endParaRPr lang="en-US" dirty="0"/>
          </a:p>
        </p:txBody>
      </p:sp>
    </p:spTree>
    <p:extLst>
      <p:ext uri="{BB962C8B-B14F-4D97-AF65-F5344CB8AC3E}">
        <p14:creationId xmlns:p14="http://schemas.microsoft.com/office/powerpoint/2010/main" val="638621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764" y="1338955"/>
            <a:ext cx="5486400" cy="636055"/>
          </a:xfrm>
          <a:prstGeom prst="rect">
            <a:avLst/>
          </a:prstGeom>
        </p:spPr>
        <p:txBody>
          <a:bodyPr lIns="18288" tIns="18288" rIns="18288" bIns="18288" anchor="b">
            <a:noAutofit/>
          </a:bodyPr>
          <a:lstStyle>
            <a:lvl1pPr marL="0" indent="0">
              <a:lnSpc>
                <a:spcPct val="90000"/>
              </a:lnSpc>
              <a:spcBef>
                <a:spcPts val="0"/>
              </a:spcBef>
              <a:spcAft>
                <a:spcPts val="0"/>
              </a:spcAft>
              <a:buNone/>
              <a:defRPr sz="24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9" name="Title 8"/>
          <p:cNvSpPr>
            <a:spLocks noGrp="1"/>
          </p:cNvSpPr>
          <p:nvPr>
            <p:ph type="title"/>
          </p:nvPr>
        </p:nvSpPr>
        <p:spPr>
          <a:xfrm>
            <a:off x="575187" y="-5484"/>
            <a:ext cx="11208774" cy="1066800"/>
          </a:xfrm>
        </p:spPr>
        <p:txBody>
          <a:bodyPr/>
          <a:lstStyle/>
          <a:p>
            <a:r>
              <a:rPr lang="en-US"/>
              <a:t>Click to edit Master title style</a:t>
            </a:r>
            <a:endParaRPr lang="en-US" dirty="0"/>
          </a:p>
        </p:txBody>
      </p:sp>
      <p:sp>
        <p:nvSpPr>
          <p:cNvPr id="10" name="Content Placeholder 2"/>
          <p:cNvSpPr>
            <a:spLocks noGrp="1"/>
          </p:cNvSpPr>
          <p:nvPr>
            <p:ph sz="half" idx="13"/>
          </p:nvPr>
        </p:nvSpPr>
        <p:spPr>
          <a:xfrm>
            <a:off x="708999" y="2103613"/>
            <a:ext cx="5486400" cy="4190999"/>
          </a:xfrm>
          <a:prstGeom prst="rect">
            <a:avLst/>
          </a:prstGeom>
        </p:spPr>
        <p:txBody>
          <a:bodyPr vert="horz" lIns="27432" tIns="27432" rIns="27432" bIns="27432" rtlCol="0">
            <a:noAutofit/>
          </a:bodyPr>
          <a:lstStyle>
            <a:lvl1pPr marL="339725" indent="-258763">
              <a:spcBef>
                <a:spcPts val="900"/>
              </a:spcBef>
              <a:spcAft>
                <a:spcPts val="200"/>
              </a:spcAft>
              <a:buClr>
                <a:schemeClr val="accent1"/>
              </a:buClr>
              <a:buFont typeface="Arial" panose="020B0604020202020204" pitchFamily="34" charset="0"/>
              <a:buChar char="•"/>
              <a:defRPr lang="en-US" sz="2200" dirty="0" smtClean="0"/>
            </a:lvl1pPr>
            <a:lvl2pPr marL="741363" indent="-342900">
              <a:spcBef>
                <a:spcPts val="700"/>
              </a:spcBef>
              <a:buSzPct val="90000"/>
              <a:buFont typeface="Arial" panose="020B0604020202020204" pitchFamily="34" charset="0"/>
              <a:buChar char="−"/>
              <a:defRPr lang="en-US" sz="2000" dirty="0" smtClean="0"/>
            </a:lvl2pPr>
            <a:lvl3pPr>
              <a:defRPr lang="en-US" sz="1800" dirty="0" smtClean="0"/>
            </a:lvl3pPr>
            <a:lvl4pPr>
              <a:defRPr lang="en-US" sz="1600"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p:cNvSpPr>
            <a:spLocks noGrp="1"/>
          </p:cNvSpPr>
          <p:nvPr>
            <p:ph type="body" sz="quarter" idx="14"/>
          </p:nvPr>
        </p:nvSpPr>
        <p:spPr>
          <a:xfrm>
            <a:off x="6290725" y="1334078"/>
            <a:ext cx="5564956" cy="647700"/>
          </a:xfrm>
          <a:prstGeom prst="rect">
            <a:avLst/>
          </a:prstGeom>
        </p:spPr>
        <p:txBody>
          <a:bodyPr lIns="18288" tIns="18288" rIns="18288" bIns="18288" anchor="b" anchorCtr="0">
            <a:normAutofit/>
          </a:bodyPr>
          <a:lstStyle>
            <a:lvl1pPr marL="22225" indent="0">
              <a:lnSpc>
                <a:spcPct val="90000"/>
              </a:lnSpc>
              <a:spcBef>
                <a:spcPts val="0"/>
              </a:spcBef>
              <a:spcAft>
                <a:spcPts val="0"/>
              </a:spcAft>
              <a:buNone/>
              <a:defRPr sz="2400">
                <a:solidFill>
                  <a:schemeClr val="accent4"/>
                </a:solidFill>
              </a:defRPr>
            </a:lvl1pPr>
            <a:lvl2pPr marL="288925" indent="0">
              <a:buNone/>
              <a:defRPr/>
            </a:lvl2pPr>
            <a:lvl3pPr marL="517525" indent="0">
              <a:buNone/>
              <a:defRPr/>
            </a:lvl3pPr>
            <a:lvl4pPr marL="685800" indent="0">
              <a:buNone/>
              <a:defRPr/>
            </a:lvl4pPr>
            <a:lvl5pPr marL="854075" indent="0">
              <a:buNone/>
              <a:defRPr/>
            </a:lvl5pPr>
          </a:lstStyle>
          <a:p>
            <a:pPr lvl="0"/>
            <a:r>
              <a:rPr lang="en-US"/>
              <a:t>Click to edit Master text styles</a:t>
            </a:r>
          </a:p>
        </p:txBody>
      </p:sp>
      <p:sp>
        <p:nvSpPr>
          <p:cNvPr id="13" name="Text Placeholder 12"/>
          <p:cNvSpPr>
            <a:spLocks noGrp="1"/>
          </p:cNvSpPr>
          <p:nvPr>
            <p:ph type="body" sz="quarter" idx="15"/>
          </p:nvPr>
        </p:nvSpPr>
        <p:spPr>
          <a:xfrm>
            <a:off x="6369281" y="2106152"/>
            <a:ext cx="5486400" cy="4178300"/>
          </a:xfrm>
          <a:prstGeom prst="rect">
            <a:avLst/>
          </a:prstGeom>
        </p:spPr>
        <p:txBody>
          <a:bodyPr lIns="27432" tIns="27432" rIns="27432" bIns="27432"/>
          <a:lstStyle>
            <a:lvl1pPr marL="280988" indent="-258763">
              <a:spcBef>
                <a:spcPts val="900"/>
              </a:spcBef>
              <a:spcAft>
                <a:spcPts val="200"/>
              </a:spcAft>
              <a:buClr>
                <a:schemeClr val="accent1"/>
              </a:buClr>
              <a:buFont typeface="Arial" panose="020B0604020202020204" pitchFamily="34" charset="0"/>
              <a:buChar char="•"/>
              <a:defRPr lang="en-US" sz="2200" kern="1200" dirty="0" smtClean="0">
                <a:solidFill>
                  <a:schemeClr val="tx1"/>
                </a:solidFill>
                <a:latin typeface="Calibri" panose="020F0502020204030204" pitchFamily="34" charset="0"/>
                <a:ea typeface="+mn-ea"/>
                <a:cs typeface="Calibri" panose="020F0502020204030204" pitchFamily="34" charset="0"/>
              </a:defRPr>
            </a:lvl1pPr>
            <a:lvl2pPr marL="515938" indent="-234950">
              <a:spcBef>
                <a:spcPts val="700"/>
              </a:spcBef>
              <a:buSzPct val="90000"/>
              <a:buFont typeface="Arial" panose="020B0604020202020204" pitchFamily="34" charset="0"/>
              <a:buChar char="−"/>
              <a:defRPr sz="2000"/>
            </a:lvl2pPr>
            <a:lvl3pPr>
              <a:defRPr sz="1800"/>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17"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8"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243F973B-0B14-4174-946B-61F3A483644B}" type="datetime4">
              <a:rPr lang="en-US" smtClean="0"/>
              <a:t>December 7, 2021</a:t>
            </a:fld>
            <a:endParaRPr lang="en-US" dirty="0"/>
          </a:p>
        </p:txBody>
      </p:sp>
    </p:spTree>
    <p:extLst>
      <p:ext uri="{BB962C8B-B14F-4D97-AF65-F5344CB8AC3E}">
        <p14:creationId xmlns:p14="http://schemas.microsoft.com/office/powerpoint/2010/main" val="1089028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75187" y="-5484"/>
            <a:ext cx="11208774" cy="1066800"/>
          </a:xfrm>
        </p:spPr>
        <p:txBody>
          <a:bodyPr/>
          <a:lstStyle/>
          <a:p>
            <a:r>
              <a:rPr lang="en-US"/>
              <a:t>Click to edit Master title style</a:t>
            </a:r>
            <a:endParaRPr lang="en-US" dirty="0"/>
          </a:p>
        </p:txBody>
      </p:sp>
      <p:sp>
        <p:nvSpPr>
          <p:cNvPr id="9"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10"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1"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E82546E2-1356-4C59-8067-83C1276C3801}" type="datetime4">
              <a:rPr lang="en-US" smtClean="0"/>
              <a:t>December 7, 2021</a:t>
            </a:fld>
            <a:endParaRPr lang="en-US" dirty="0"/>
          </a:p>
        </p:txBody>
      </p:sp>
    </p:spTree>
    <p:extLst>
      <p:ext uri="{BB962C8B-B14F-4D97-AF65-F5344CB8AC3E}">
        <p14:creationId xmlns:p14="http://schemas.microsoft.com/office/powerpoint/2010/main" val="3996592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Blank - No Title">
    <p:bg>
      <p:bgRef idx="1001">
        <a:schemeClr val="bg1"/>
      </p:bgRef>
    </p:bg>
    <p:spTree>
      <p:nvGrpSpPr>
        <p:cNvPr id="1" name=""/>
        <p:cNvGrpSpPr/>
        <p:nvPr/>
      </p:nvGrpSpPr>
      <p:grpSpPr>
        <a:xfrm>
          <a:off x="0" y="0"/>
          <a:ext cx="0" cy="0"/>
          <a:chOff x="0" y="0"/>
          <a:chExt cx="0" cy="0"/>
        </a:xfrm>
      </p:grpSpPr>
      <p:sp>
        <p:nvSpPr>
          <p:cNvPr id="6"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7"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12"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89AC2367-7282-40C1-8D05-2C13FC0B7074}" type="datetime4">
              <a:rPr lang="en-US" smtClean="0"/>
              <a:t>December 7, 2021</a:t>
            </a:fld>
            <a:endParaRPr lang="en-US"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12399" y="6428047"/>
            <a:ext cx="1454795" cy="334573"/>
          </a:xfrm>
          <a:prstGeom prst="rect">
            <a:avLst/>
          </a:prstGeom>
        </p:spPr>
      </p:pic>
    </p:spTree>
    <p:extLst>
      <p:ext uri="{BB962C8B-B14F-4D97-AF65-F5344CB8AC3E}">
        <p14:creationId xmlns:p14="http://schemas.microsoft.com/office/powerpoint/2010/main" val="116406220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957705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75187" y="623"/>
            <a:ext cx="11208774" cy="1066800"/>
          </a:xfrm>
          <a:prstGeom prst="rect">
            <a:avLst/>
          </a:prstGeom>
          <a:noFill/>
          <a:ln>
            <a:noFill/>
          </a:ln>
        </p:spPr>
        <p:txBody>
          <a:bodyPr spcFirstLastPara="1" wrap="square" lIns="27425" tIns="27425" rIns="27425" bIns="27425"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
          <p:cNvSpPr txBox="1">
            <a:spLocks noGrp="1"/>
          </p:cNvSpPr>
          <p:nvPr>
            <p:ph type="body" idx="1"/>
          </p:nvPr>
        </p:nvSpPr>
        <p:spPr>
          <a:xfrm>
            <a:off x="883218" y="1390620"/>
            <a:ext cx="10780958" cy="4879144"/>
          </a:xfrm>
          <a:prstGeom prst="rect">
            <a:avLst/>
          </a:prstGeom>
          <a:noFill/>
          <a:ln>
            <a:noFill/>
          </a:ln>
        </p:spPr>
        <p:txBody>
          <a:bodyPr spcFirstLastPara="1" wrap="square" lIns="27425" tIns="27425" rIns="27425" bIns="27425" anchor="t" anchorCtr="0">
            <a:noAutofit/>
          </a:bodyPr>
          <a:lstStyle>
            <a:lvl1pPr marL="457200" lvl="0" indent="-381000" algn="l">
              <a:lnSpc>
                <a:spcPct val="95000"/>
              </a:lnSpc>
              <a:spcBef>
                <a:spcPts val="1300"/>
              </a:spcBef>
              <a:spcAft>
                <a:spcPts val="0"/>
              </a:spcAft>
              <a:buClr>
                <a:schemeClr val="dk2"/>
              </a:buClr>
              <a:buSzPts val="2400"/>
              <a:buChar char="•"/>
              <a:defRPr/>
            </a:lvl1pPr>
            <a:lvl2pPr marL="914400" lvl="1" indent="-354330" algn="l">
              <a:lnSpc>
                <a:spcPct val="95000"/>
              </a:lnSpc>
              <a:spcBef>
                <a:spcPts val="700"/>
              </a:spcBef>
              <a:spcAft>
                <a:spcPts val="0"/>
              </a:spcAft>
              <a:buClr>
                <a:schemeClr val="dk2"/>
              </a:buClr>
              <a:buSzPts val="1980"/>
              <a:buChar char="–"/>
              <a:defRPr/>
            </a:lvl2pPr>
            <a:lvl3pPr marL="1371600" lvl="2" indent="-342900" algn="l">
              <a:lnSpc>
                <a:spcPct val="95000"/>
              </a:lnSpc>
              <a:spcBef>
                <a:spcPts val="400"/>
              </a:spcBef>
              <a:spcAft>
                <a:spcPts val="0"/>
              </a:spcAft>
              <a:buClr>
                <a:schemeClr val="dk2"/>
              </a:buClr>
              <a:buSzPts val="1800"/>
              <a:buChar char="–"/>
              <a:defRPr/>
            </a:lvl3pPr>
            <a:lvl4pPr marL="1828800" lvl="3" indent="-331469" algn="l">
              <a:lnSpc>
                <a:spcPct val="95000"/>
              </a:lnSpc>
              <a:spcBef>
                <a:spcPts val="400"/>
              </a:spcBef>
              <a:spcAft>
                <a:spcPts val="0"/>
              </a:spcAft>
              <a:buClr>
                <a:schemeClr val="dk2"/>
              </a:buClr>
              <a:buSzPts val="1620"/>
              <a:buChar char="–"/>
              <a:defRPr/>
            </a:lvl4pPr>
            <a:lvl5pPr marL="2286000" lvl="4" indent="-320039" algn="l">
              <a:lnSpc>
                <a:spcPct val="95000"/>
              </a:lnSpc>
              <a:spcBef>
                <a:spcPts val="300"/>
              </a:spcBef>
              <a:spcAft>
                <a:spcPts val="0"/>
              </a:spcAft>
              <a:buClr>
                <a:schemeClr val="dk2"/>
              </a:buClr>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0"/>
          <p:cNvSpPr txBox="1">
            <a:spLocks noGrp="1"/>
          </p:cNvSpPr>
          <p:nvPr>
            <p:ph type="sldNum" idx="12"/>
          </p:nvPr>
        </p:nvSpPr>
        <p:spPr>
          <a:xfrm>
            <a:off x="558089" y="6585198"/>
            <a:ext cx="508000" cy="141577"/>
          </a:xfrm>
          <a:prstGeom prst="rect">
            <a:avLst/>
          </a:prstGeom>
          <a:noFill/>
          <a:ln>
            <a:noFill/>
          </a:ln>
        </p:spPr>
        <p:txBody>
          <a:bodyPr spcFirstLastPara="1" wrap="square" lIns="9125" tIns="9125" rIns="9125" bIns="9125" anchor="b" anchorCtr="0">
            <a:spAutoFit/>
          </a:bodyPr>
          <a:lstStyle>
            <a:lvl1pPr marL="0" lvl="0" indent="0" algn="l">
              <a:spcBef>
                <a:spcPts val="0"/>
              </a:spcBef>
              <a:spcAft>
                <a:spcPts val="0"/>
              </a:spcAft>
              <a:buNone/>
              <a:defRPr sz="800" b="0" i="0" u="none" strike="noStrike" cap="none">
                <a:solidFill>
                  <a:schemeClr val="accent2"/>
                </a:solidFill>
                <a:latin typeface="Calibri"/>
                <a:ea typeface="Calibri"/>
                <a:cs typeface="Calibri"/>
                <a:sym typeface="Calibri"/>
              </a:defRPr>
            </a:lvl1pPr>
            <a:lvl2pPr marL="0" lvl="1" indent="0" algn="l">
              <a:spcBef>
                <a:spcPts val="0"/>
              </a:spcBef>
              <a:spcAft>
                <a:spcPts val="0"/>
              </a:spcAft>
              <a:buNone/>
              <a:defRPr sz="800" b="0" i="0" u="none" strike="noStrike" cap="none">
                <a:solidFill>
                  <a:schemeClr val="accent2"/>
                </a:solidFill>
                <a:latin typeface="Calibri"/>
                <a:ea typeface="Calibri"/>
                <a:cs typeface="Calibri"/>
                <a:sym typeface="Calibri"/>
              </a:defRPr>
            </a:lvl2pPr>
            <a:lvl3pPr marL="0" lvl="2" indent="0" algn="l">
              <a:spcBef>
                <a:spcPts val="0"/>
              </a:spcBef>
              <a:spcAft>
                <a:spcPts val="0"/>
              </a:spcAft>
              <a:buNone/>
              <a:defRPr sz="800" b="0" i="0" u="none" strike="noStrike" cap="none">
                <a:solidFill>
                  <a:schemeClr val="accent2"/>
                </a:solidFill>
                <a:latin typeface="Calibri"/>
                <a:ea typeface="Calibri"/>
                <a:cs typeface="Calibri"/>
                <a:sym typeface="Calibri"/>
              </a:defRPr>
            </a:lvl3pPr>
            <a:lvl4pPr marL="0" lvl="3" indent="0" algn="l">
              <a:spcBef>
                <a:spcPts val="0"/>
              </a:spcBef>
              <a:spcAft>
                <a:spcPts val="0"/>
              </a:spcAft>
              <a:buNone/>
              <a:defRPr sz="800" b="0" i="0" u="none" strike="noStrike" cap="none">
                <a:solidFill>
                  <a:schemeClr val="accent2"/>
                </a:solidFill>
                <a:latin typeface="Calibri"/>
                <a:ea typeface="Calibri"/>
                <a:cs typeface="Calibri"/>
                <a:sym typeface="Calibri"/>
              </a:defRPr>
            </a:lvl4pPr>
            <a:lvl5pPr marL="0" lvl="4" indent="0" algn="l">
              <a:spcBef>
                <a:spcPts val="0"/>
              </a:spcBef>
              <a:spcAft>
                <a:spcPts val="0"/>
              </a:spcAft>
              <a:buNone/>
              <a:defRPr sz="800" b="0" i="0" u="none" strike="noStrike" cap="none">
                <a:solidFill>
                  <a:schemeClr val="accent2"/>
                </a:solidFill>
                <a:latin typeface="Calibri"/>
                <a:ea typeface="Calibri"/>
                <a:cs typeface="Calibri"/>
                <a:sym typeface="Calibri"/>
              </a:defRPr>
            </a:lvl5pPr>
            <a:lvl6pPr marL="0" lvl="5" indent="0" algn="l">
              <a:spcBef>
                <a:spcPts val="0"/>
              </a:spcBef>
              <a:spcAft>
                <a:spcPts val="0"/>
              </a:spcAft>
              <a:buNone/>
              <a:defRPr sz="800" b="0" i="0" u="none" strike="noStrike" cap="none">
                <a:solidFill>
                  <a:schemeClr val="accent2"/>
                </a:solidFill>
                <a:latin typeface="Calibri"/>
                <a:ea typeface="Calibri"/>
                <a:cs typeface="Calibri"/>
                <a:sym typeface="Calibri"/>
              </a:defRPr>
            </a:lvl6pPr>
            <a:lvl7pPr marL="0" lvl="6" indent="0" algn="l">
              <a:spcBef>
                <a:spcPts val="0"/>
              </a:spcBef>
              <a:spcAft>
                <a:spcPts val="0"/>
              </a:spcAft>
              <a:buNone/>
              <a:defRPr sz="800" b="0" i="0" u="none" strike="noStrike" cap="none">
                <a:solidFill>
                  <a:schemeClr val="accent2"/>
                </a:solidFill>
                <a:latin typeface="Calibri"/>
                <a:ea typeface="Calibri"/>
                <a:cs typeface="Calibri"/>
                <a:sym typeface="Calibri"/>
              </a:defRPr>
            </a:lvl7pPr>
            <a:lvl8pPr marL="0" lvl="7" indent="0" algn="l">
              <a:spcBef>
                <a:spcPts val="0"/>
              </a:spcBef>
              <a:spcAft>
                <a:spcPts val="0"/>
              </a:spcAft>
              <a:buNone/>
              <a:defRPr sz="800" b="0" i="0" u="none" strike="noStrike" cap="none">
                <a:solidFill>
                  <a:schemeClr val="accent2"/>
                </a:solidFill>
                <a:latin typeface="Calibri"/>
                <a:ea typeface="Calibri"/>
                <a:cs typeface="Calibri"/>
                <a:sym typeface="Calibri"/>
              </a:defRPr>
            </a:lvl8pPr>
            <a:lvl9pPr marL="0" lvl="8" indent="0" algn="l">
              <a:spcBef>
                <a:spcPts val="0"/>
              </a:spcBef>
              <a:spcAft>
                <a:spcPts val="0"/>
              </a:spcAft>
              <a:buNone/>
              <a:defRPr sz="800" b="0" i="0" u="none" strike="noStrike" cap="none">
                <a:solidFill>
                  <a:schemeClr val="accent2"/>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5" name="Google Shape;35;p10"/>
          <p:cNvSpPr txBox="1">
            <a:spLocks noGrp="1"/>
          </p:cNvSpPr>
          <p:nvPr>
            <p:ph type="ftr" idx="11"/>
          </p:nvPr>
        </p:nvSpPr>
        <p:spPr>
          <a:xfrm>
            <a:off x="848754" y="6551305"/>
            <a:ext cx="7972037" cy="226949"/>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sz="700" b="0" i="0" u="none" strike="noStrike" cap="none">
                <a:solidFill>
                  <a:srgbClr val="BDC6CE"/>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0"/>
          <p:cNvSpPr txBox="1">
            <a:spLocks noGrp="1"/>
          </p:cNvSpPr>
          <p:nvPr>
            <p:ph type="dt" idx="10"/>
          </p:nvPr>
        </p:nvSpPr>
        <p:spPr>
          <a:xfrm>
            <a:off x="8878324" y="6569519"/>
            <a:ext cx="1389082" cy="19052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700">
                <a:solidFill>
                  <a:srgbClr val="BDC6CE"/>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109465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p:bg>
      <p:bgPr>
        <a:solidFill>
          <a:schemeClr val="accent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C0EB5190-1643-AF40-A9FC-34857A5A03D2}"/>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accent1"/>
          </a:solidFill>
        </p:spPr>
      </p:pic>
      <p:pic>
        <p:nvPicPr>
          <p:cNvPr id="16" name="Picture 9" descr="Pictur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ln w="12700">
            <a:miter lim="400000"/>
          </a:ln>
        </p:spPr>
      </p:pic>
      <p:sp>
        <p:nvSpPr>
          <p:cNvPr id="17" name="The title of this deck goes in this space here."/>
          <p:cNvSpPr txBox="1">
            <a:spLocks noGrp="1"/>
          </p:cNvSpPr>
          <p:nvPr>
            <p:ph type="title" hasCustomPrompt="1"/>
          </p:nvPr>
        </p:nvSpPr>
        <p:spPr>
          <a:xfrm>
            <a:off x="838199" y="3216878"/>
            <a:ext cx="9389883" cy="1686244"/>
          </a:xfrm>
          <a:prstGeom prst="rect">
            <a:avLst/>
          </a:prstGeom>
        </p:spPr>
        <p:txBody>
          <a:bodyPr anchor="b">
            <a:normAutofit/>
          </a:bodyPr>
          <a:lstStyle>
            <a:lvl1pPr>
              <a:defRPr sz="6000">
                <a:solidFill>
                  <a:srgbClr val="FFFFFF"/>
                </a:solidFill>
                <a:latin typeface="Arial"/>
                <a:ea typeface="Arial"/>
                <a:cs typeface="Arial"/>
                <a:sym typeface="Arial"/>
              </a:defRPr>
            </a:lvl1pPr>
          </a:lstStyle>
          <a:p>
            <a:r>
              <a:t>The title of this deck</a:t>
            </a:r>
            <a:r>
              <a:rPr lang="en-US"/>
              <a:t> </a:t>
            </a:r>
            <a:r>
              <a:t>goes in this space here.</a:t>
            </a:r>
          </a:p>
        </p:txBody>
      </p:sp>
      <p:sp>
        <p:nvSpPr>
          <p:cNvPr id="18" name="Body Level One…"/>
          <p:cNvSpPr txBox="1">
            <a:spLocks noGrp="1"/>
          </p:cNvSpPr>
          <p:nvPr>
            <p:ph type="body" sz="quarter" idx="1" hasCustomPrompt="1"/>
          </p:nvPr>
        </p:nvSpPr>
        <p:spPr>
          <a:xfrm>
            <a:off x="838200" y="2565288"/>
            <a:ext cx="6253163" cy="294641"/>
          </a:xfrm>
          <a:prstGeom prst="rect">
            <a:avLst/>
          </a:prstGeom>
        </p:spPr>
        <p:txBody>
          <a:bodyPr>
            <a:normAutofit/>
          </a:bodyPr>
          <a:lstStyle>
            <a:lvl1pPr marL="0" indent="0">
              <a:buSzTx/>
              <a:buFontTx/>
              <a:buNone/>
              <a:defRPr sz="1200">
                <a:solidFill>
                  <a:srgbClr val="FFFFFF"/>
                </a:solidFill>
                <a:latin typeface="Arial"/>
                <a:ea typeface="Arial"/>
                <a:cs typeface="Arial"/>
                <a:sym typeface="Arial"/>
              </a:defRPr>
            </a:lvl1pPr>
            <a:lvl2pPr marL="571500" indent="-114300">
              <a:buFontTx/>
              <a:defRPr sz="1200">
                <a:solidFill>
                  <a:srgbClr val="FFFFFF"/>
                </a:solidFill>
                <a:latin typeface="Arial"/>
                <a:ea typeface="Arial"/>
                <a:cs typeface="Arial"/>
                <a:sym typeface="Arial"/>
              </a:defRPr>
            </a:lvl2pPr>
            <a:lvl3pPr marL="1051560" indent="-137160">
              <a:buFontTx/>
              <a:defRPr sz="1200">
                <a:solidFill>
                  <a:srgbClr val="FFFFFF"/>
                </a:solidFill>
                <a:latin typeface="Arial"/>
                <a:ea typeface="Arial"/>
                <a:cs typeface="Arial"/>
                <a:sym typeface="Arial"/>
              </a:defRPr>
            </a:lvl3pPr>
            <a:lvl4pPr marL="1524000" indent="-152400">
              <a:buFontTx/>
              <a:defRPr sz="1200">
                <a:solidFill>
                  <a:srgbClr val="FFFFFF"/>
                </a:solidFill>
                <a:latin typeface="Arial"/>
                <a:ea typeface="Arial"/>
                <a:cs typeface="Arial"/>
                <a:sym typeface="Arial"/>
              </a:defRPr>
            </a:lvl4pPr>
            <a:lvl5pPr marL="1981200" indent="-152400">
              <a:buFontTx/>
              <a:defRPr sz="1200">
                <a:solidFill>
                  <a:srgbClr val="FFFFFF"/>
                </a:solidFill>
                <a:latin typeface="Arial"/>
                <a:ea typeface="Arial"/>
                <a:cs typeface="Arial"/>
                <a:sym typeface="Arial"/>
              </a:defRPr>
            </a:lvl5pPr>
          </a:lstStyle>
          <a:p>
            <a:r>
              <a:t>Date</a:t>
            </a:r>
          </a:p>
          <a:p>
            <a:pPr lvl="1"/>
            <a:endParaRPr/>
          </a:p>
          <a:p>
            <a:pPr lvl="2"/>
            <a:endParaRPr/>
          </a:p>
          <a:p>
            <a:pPr lvl="3"/>
            <a:endParaRPr/>
          </a:p>
          <a:p>
            <a:pPr lvl="4"/>
            <a:endParaRPr/>
          </a:p>
        </p:txBody>
      </p:sp>
      <p:pic>
        <p:nvPicPr>
          <p:cNvPr id="19" name="Picture 6" descr="Picture 6"/>
          <p:cNvPicPr>
            <a:picLocks noChangeAspect="1"/>
          </p:cNvPicPr>
          <p:nvPr/>
        </p:nvPicPr>
        <p:blipFill>
          <a:blip r:embed="rId4"/>
          <a:stretch>
            <a:fillRect/>
          </a:stretch>
        </p:blipFill>
        <p:spPr>
          <a:xfrm>
            <a:off x="838200" y="309847"/>
            <a:ext cx="1455550" cy="258765"/>
          </a:xfrm>
          <a:prstGeom prst="rect">
            <a:avLst/>
          </a:prstGeom>
          <a:ln w="12700">
            <a:miter lim="400000"/>
          </a:ln>
        </p:spPr>
      </p:pic>
      <p:sp>
        <p:nvSpPr>
          <p:cNvPr id="20" name="Text Placeholder 7"/>
          <p:cNvSpPr>
            <a:spLocks noGrp="1"/>
          </p:cNvSpPr>
          <p:nvPr>
            <p:ph type="body" sz="quarter" idx="21" hasCustomPrompt="1"/>
          </p:nvPr>
        </p:nvSpPr>
        <p:spPr>
          <a:xfrm>
            <a:off x="838199" y="5160614"/>
            <a:ext cx="9399310" cy="655724"/>
          </a:xfrm>
          <a:prstGeom prst="rect">
            <a:avLst/>
          </a:prstGeom>
        </p:spPr>
        <p:txBody>
          <a:bodyPr>
            <a:normAutofit/>
          </a:bodyPr>
          <a:lstStyle>
            <a:lvl1pPr marL="0" indent="0" defTabSz="612648">
              <a:spcBef>
                <a:spcPts val="600"/>
              </a:spcBef>
              <a:buSzTx/>
              <a:buFontTx/>
              <a:buNone/>
              <a:defRPr sz="1474">
                <a:solidFill>
                  <a:srgbClr val="FFFFFF"/>
                </a:solidFill>
                <a:latin typeface="Arial"/>
                <a:ea typeface="Arial"/>
                <a:cs typeface="Arial"/>
                <a:sym typeface="Arial"/>
              </a:defRPr>
            </a:lvl1pPr>
          </a:lstStyle>
          <a:p>
            <a:r>
              <a:t>This is a sub headline.</a:t>
            </a:r>
          </a:p>
        </p:txBody>
      </p:sp>
      <p:sp>
        <p:nvSpPr>
          <p:cNvPr id="21" name="Text Placeholder 7"/>
          <p:cNvSpPr>
            <a:spLocks noGrp="1"/>
          </p:cNvSpPr>
          <p:nvPr>
            <p:ph type="body" sz="quarter" idx="22" hasCustomPrompt="1"/>
          </p:nvPr>
        </p:nvSpPr>
        <p:spPr>
          <a:xfrm>
            <a:off x="838199" y="6106843"/>
            <a:ext cx="9399310" cy="294641"/>
          </a:xfrm>
          <a:prstGeom prst="rect">
            <a:avLst/>
          </a:prstGeom>
        </p:spPr>
        <p:txBody>
          <a:bodyPr>
            <a:normAutofit/>
          </a:bodyPr>
          <a:lstStyle>
            <a:lvl1pPr marL="0" indent="0">
              <a:buSzTx/>
              <a:buFontTx/>
              <a:buNone/>
              <a:defRPr sz="1400">
                <a:solidFill>
                  <a:srgbClr val="FFFFFF"/>
                </a:solidFill>
                <a:latin typeface="Arial"/>
                <a:ea typeface="Arial"/>
                <a:cs typeface="Arial"/>
                <a:sym typeface="Arial"/>
              </a:defRPr>
            </a:lvl1pPr>
          </a:lstStyle>
          <a:p>
            <a:r>
              <a:t>Presenter Name  |  Title</a:t>
            </a:r>
          </a:p>
        </p:txBody>
      </p:sp>
    </p:spTree>
    <p:extLst>
      <p:ext uri="{BB962C8B-B14F-4D97-AF65-F5344CB8AC3E}">
        <p14:creationId xmlns:p14="http://schemas.microsoft.com/office/powerpoint/2010/main" val="16458111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Large Bullet Points">
    <p:spTree>
      <p:nvGrpSpPr>
        <p:cNvPr id="1" name=""/>
        <p:cNvGrpSpPr/>
        <p:nvPr/>
      </p:nvGrpSpPr>
      <p:grpSpPr>
        <a:xfrm>
          <a:off x="0" y="0"/>
          <a:ext cx="0" cy="0"/>
          <a:chOff x="0" y="0"/>
          <a:chExt cx="0" cy="0"/>
        </a:xfrm>
      </p:grpSpPr>
      <p:sp>
        <p:nvSpPr>
          <p:cNvPr id="158" name="Body Level One…"/>
          <p:cNvSpPr txBox="1">
            <a:spLocks noGrp="1"/>
          </p:cNvSpPr>
          <p:nvPr>
            <p:ph type="body" sz="half" idx="1" hasCustomPrompt="1"/>
          </p:nvPr>
        </p:nvSpPr>
        <p:spPr>
          <a:xfrm>
            <a:off x="1127125" y="2619631"/>
            <a:ext cx="9264650" cy="3151190"/>
          </a:xfrm>
          <a:prstGeom prst="rect">
            <a:avLst/>
          </a:prstGeom>
        </p:spPr>
        <p:txBody>
          <a:bodyPr>
            <a:normAutofit/>
          </a:bodyPr>
          <a:lstStyle>
            <a:lvl1pPr marL="285750" indent="-285750">
              <a:defRPr sz="1600">
                <a:latin typeface="Arial"/>
                <a:ea typeface="Arial"/>
                <a:cs typeface="Arial"/>
                <a:sym typeface="Arial"/>
              </a:defRPr>
            </a:lvl1pPr>
            <a:lvl2pPr marL="609600" indent="-152400">
              <a:defRPr sz="1600">
                <a:latin typeface="Arial"/>
                <a:ea typeface="Arial"/>
                <a:cs typeface="Arial"/>
                <a:sym typeface="Arial"/>
              </a:defRPr>
            </a:lvl2pPr>
            <a:lvl3pPr marL="1097280" indent="-182880">
              <a:defRPr sz="1600">
                <a:latin typeface="Arial"/>
                <a:ea typeface="Arial"/>
                <a:cs typeface="Arial"/>
                <a:sym typeface="Arial"/>
              </a:defRPr>
            </a:lvl3pPr>
            <a:lvl4pPr marL="1574800" indent="-203200">
              <a:defRPr sz="1600">
                <a:latin typeface="Arial"/>
                <a:ea typeface="Arial"/>
                <a:cs typeface="Arial"/>
                <a:sym typeface="Arial"/>
              </a:defRPr>
            </a:lvl4pPr>
            <a:lvl5pPr marL="2032000" indent="-203200">
              <a:defRPr sz="1600">
                <a:latin typeface="Arial"/>
                <a:ea typeface="Arial"/>
                <a:cs typeface="Arial"/>
                <a:sym typeface="Arial"/>
              </a:defRPr>
            </a:lvl5pPr>
          </a:lstStyle>
          <a:p>
            <a:r>
              <a:t>Lorem ipsum dolor sit amet, consectetur adipiscing elit, sed do eiusmod tempor incididunt ut labore et dolore magna aliqua. Sed felis eget velit aliquet.</a:t>
            </a:r>
          </a:p>
          <a:p>
            <a:pPr lvl="1"/>
            <a:endParaRPr/>
          </a:p>
          <a:p>
            <a:pPr lvl="2"/>
            <a:endParaRPr/>
          </a:p>
          <a:p>
            <a:pPr lvl="3"/>
            <a:endParaRPr/>
          </a:p>
          <a:p>
            <a:pPr lvl="4"/>
            <a:endParaRPr/>
          </a:p>
        </p:txBody>
      </p:sp>
      <p:sp>
        <p:nvSpPr>
          <p:cNvPr id="159" name="Slide Title"/>
          <p:cNvSpPr txBox="1">
            <a:spLocks noGrp="1"/>
          </p:cNvSpPr>
          <p:nvPr>
            <p:ph type="title" hasCustomPrompt="1"/>
          </p:nvPr>
        </p:nvSpPr>
        <p:spPr>
          <a:xfrm>
            <a:off x="1127836" y="1448295"/>
            <a:ext cx="8610591" cy="627640"/>
          </a:xfrm>
          <a:prstGeom prst="rect">
            <a:avLst/>
          </a:prstGeom>
        </p:spPr>
        <p:txBody>
          <a:bodyPr anchor="b">
            <a:normAutofit/>
          </a:bodyPr>
          <a:lstStyle>
            <a:lvl1pPr>
              <a:defRPr sz="3600">
                <a:solidFill>
                  <a:srgbClr val="303030"/>
                </a:solidFill>
                <a:latin typeface="Arial"/>
                <a:ea typeface="Arial"/>
                <a:cs typeface="Arial"/>
                <a:sym typeface="Arial"/>
              </a:defRPr>
            </a:lvl1pPr>
          </a:lstStyle>
          <a:p>
            <a:r>
              <a:t>Slide Title</a:t>
            </a:r>
          </a:p>
        </p:txBody>
      </p:sp>
      <p:sp>
        <p:nvSpPr>
          <p:cNvPr id="160" name="Slide Number"/>
          <p:cNvSpPr txBox="1">
            <a:spLocks noGrp="1"/>
          </p:cNvSpPr>
          <p:nvPr>
            <p:ph type="sldNum" sz="quarter" idx="2"/>
          </p:nvPr>
        </p:nvSpPr>
        <p:spPr>
          <a:prstGeom prst="rect">
            <a:avLst/>
          </a:prstGeom>
        </p:spPr>
        <p:txBody>
          <a:bodyPr/>
          <a:lstStyle>
            <a:lvl1pPr>
              <a:defRPr>
                <a:solidFill>
                  <a:schemeClr val="accent1"/>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2364376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p:bg>
      <p:bgPr>
        <a:solidFill>
          <a:schemeClr val="accent1"/>
        </a:solidFill>
        <a:effectLst/>
      </p:bgPr>
    </p:bg>
    <p:spTree>
      <p:nvGrpSpPr>
        <p:cNvPr id="1" name=""/>
        <p:cNvGrpSpPr/>
        <p:nvPr/>
      </p:nvGrpSpPr>
      <p:grpSpPr>
        <a:xfrm>
          <a:off x="0" y="0"/>
          <a:ext cx="0" cy="0"/>
          <a:chOff x="0" y="0"/>
          <a:chExt cx="0" cy="0"/>
        </a:xfrm>
      </p:grpSpPr>
      <p:pic>
        <p:nvPicPr>
          <p:cNvPr id="16" name="Picture 9" descr="Picture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ln w="12700">
            <a:miter lim="400000"/>
          </a:ln>
        </p:spPr>
      </p:pic>
      <p:sp>
        <p:nvSpPr>
          <p:cNvPr id="17" name="The title of this deck goes in this space here."/>
          <p:cNvSpPr txBox="1">
            <a:spLocks noGrp="1"/>
          </p:cNvSpPr>
          <p:nvPr>
            <p:ph type="title" hasCustomPrompt="1"/>
          </p:nvPr>
        </p:nvSpPr>
        <p:spPr>
          <a:xfrm>
            <a:off x="838199" y="3216878"/>
            <a:ext cx="9389883" cy="1686244"/>
          </a:xfrm>
          <a:prstGeom prst="rect">
            <a:avLst/>
          </a:prstGeom>
        </p:spPr>
        <p:txBody>
          <a:bodyPr anchor="b">
            <a:normAutofit/>
          </a:bodyPr>
          <a:lstStyle>
            <a:lvl1pPr>
              <a:defRPr sz="6000">
                <a:solidFill>
                  <a:srgbClr val="FFFFFF"/>
                </a:solidFill>
                <a:latin typeface="Arial"/>
                <a:ea typeface="Arial"/>
                <a:cs typeface="Arial"/>
                <a:sym typeface="Arial"/>
              </a:defRPr>
            </a:lvl1pPr>
          </a:lstStyle>
          <a:p>
            <a:r>
              <a:t>The title of this deck</a:t>
            </a:r>
            <a:r>
              <a:rPr lang="en-US"/>
              <a:t> </a:t>
            </a:r>
            <a:r>
              <a:t>goes in this space here.</a:t>
            </a:r>
          </a:p>
        </p:txBody>
      </p:sp>
      <p:sp>
        <p:nvSpPr>
          <p:cNvPr id="18" name="Body Level One…"/>
          <p:cNvSpPr txBox="1">
            <a:spLocks noGrp="1"/>
          </p:cNvSpPr>
          <p:nvPr>
            <p:ph type="body" sz="quarter" idx="1" hasCustomPrompt="1"/>
          </p:nvPr>
        </p:nvSpPr>
        <p:spPr>
          <a:xfrm>
            <a:off x="838200" y="2565288"/>
            <a:ext cx="6253163" cy="294641"/>
          </a:xfrm>
          <a:prstGeom prst="rect">
            <a:avLst/>
          </a:prstGeom>
        </p:spPr>
        <p:txBody>
          <a:bodyPr>
            <a:normAutofit/>
          </a:bodyPr>
          <a:lstStyle>
            <a:lvl1pPr marL="0" indent="0">
              <a:buSzTx/>
              <a:buFontTx/>
              <a:buNone/>
              <a:defRPr sz="1200">
                <a:solidFill>
                  <a:srgbClr val="FFFFFF"/>
                </a:solidFill>
                <a:latin typeface="Arial"/>
                <a:ea typeface="Arial"/>
                <a:cs typeface="Arial"/>
                <a:sym typeface="Arial"/>
              </a:defRPr>
            </a:lvl1pPr>
            <a:lvl2pPr marL="571500" indent="-114300">
              <a:buFontTx/>
              <a:defRPr sz="1200">
                <a:solidFill>
                  <a:srgbClr val="FFFFFF"/>
                </a:solidFill>
                <a:latin typeface="Arial"/>
                <a:ea typeface="Arial"/>
                <a:cs typeface="Arial"/>
                <a:sym typeface="Arial"/>
              </a:defRPr>
            </a:lvl2pPr>
            <a:lvl3pPr marL="1051560" indent="-137160">
              <a:buFontTx/>
              <a:defRPr sz="1200">
                <a:solidFill>
                  <a:srgbClr val="FFFFFF"/>
                </a:solidFill>
                <a:latin typeface="Arial"/>
                <a:ea typeface="Arial"/>
                <a:cs typeface="Arial"/>
                <a:sym typeface="Arial"/>
              </a:defRPr>
            </a:lvl3pPr>
            <a:lvl4pPr marL="1524000" indent="-152400">
              <a:buFontTx/>
              <a:defRPr sz="1200">
                <a:solidFill>
                  <a:srgbClr val="FFFFFF"/>
                </a:solidFill>
                <a:latin typeface="Arial"/>
                <a:ea typeface="Arial"/>
                <a:cs typeface="Arial"/>
                <a:sym typeface="Arial"/>
              </a:defRPr>
            </a:lvl4pPr>
            <a:lvl5pPr marL="1981200" indent="-152400">
              <a:buFontTx/>
              <a:defRPr sz="1200">
                <a:solidFill>
                  <a:srgbClr val="FFFFFF"/>
                </a:solidFill>
                <a:latin typeface="Arial"/>
                <a:ea typeface="Arial"/>
                <a:cs typeface="Arial"/>
                <a:sym typeface="Arial"/>
              </a:defRPr>
            </a:lvl5pPr>
          </a:lstStyle>
          <a:p>
            <a:r>
              <a:t>Date</a:t>
            </a:r>
          </a:p>
          <a:p>
            <a:pPr lvl="1"/>
            <a:endParaRPr/>
          </a:p>
          <a:p>
            <a:pPr lvl="2"/>
            <a:endParaRPr/>
          </a:p>
          <a:p>
            <a:pPr lvl="3"/>
            <a:endParaRPr/>
          </a:p>
          <a:p>
            <a:pPr lvl="4"/>
            <a:endParaRPr/>
          </a:p>
        </p:txBody>
      </p:sp>
      <p:pic>
        <p:nvPicPr>
          <p:cNvPr id="19" name="Picture 6" descr="Picture 6"/>
          <p:cNvPicPr>
            <a:picLocks noChangeAspect="1"/>
          </p:cNvPicPr>
          <p:nvPr/>
        </p:nvPicPr>
        <p:blipFill>
          <a:blip r:embed="rId3"/>
          <a:stretch>
            <a:fillRect/>
          </a:stretch>
        </p:blipFill>
        <p:spPr>
          <a:xfrm>
            <a:off x="838200" y="309847"/>
            <a:ext cx="1455550" cy="258765"/>
          </a:xfrm>
          <a:prstGeom prst="rect">
            <a:avLst/>
          </a:prstGeom>
          <a:ln w="12700">
            <a:miter lim="400000"/>
          </a:ln>
        </p:spPr>
      </p:pic>
      <p:sp>
        <p:nvSpPr>
          <p:cNvPr id="20" name="Text Placeholder 7"/>
          <p:cNvSpPr>
            <a:spLocks noGrp="1"/>
          </p:cNvSpPr>
          <p:nvPr>
            <p:ph type="body" sz="quarter" idx="21" hasCustomPrompt="1"/>
          </p:nvPr>
        </p:nvSpPr>
        <p:spPr>
          <a:xfrm>
            <a:off x="838199" y="5160614"/>
            <a:ext cx="9399310" cy="655724"/>
          </a:xfrm>
          <a:prstGeom prst="rect">
            <a:avLst/>
          </a:prstGeom>
        </p:spPr>
        <p:txBody>
          <a:bodyPr>
            <a:normAutofit/>
          </a:bodyPr>
          <a:lstStyle>
            <a:lvl1pPr marL="0" indent="0" defTabSz="612648">
              <a:spcBef>
                <a:spcPts val="600"/>
              </a:spcBef>
              <a:buSzTx/>
              <a:buFontTx/>
              <a:buNone/>
              <a:defRPr sz="1474">
                <a:solidFill>
                  <a:srgbClr val="FFFFFF"/>
                </a:solidFill>
                <a:latin typeface="Arial"/>
                <a:ea typeface="Arial"/>
                <a:cs typeface="Arial"/>
                <a:sym typeface="Arial"/>
              </a:defRPr>
            </a:lvl1pPr>
          </a:lstStyle>
          <a:p>
            <a:r>
              <a:t>This is a sub headline.</a:t>
            </a:r>
          </a:p>
        </p:txBody>
      </p:sp>
      <p:sp>
        <p:nvSpPr>
          <p:cNvPr id="21" name="Text Placeholder 7"/>
          <p:cNvSpPr>
            <a:spLocks noGrp="1"/>
          </p:cNvSpPr>
          <p:nvPr>
            <p:ph type="body" sz="quarter" idx="22" hasCustomPrompt="1"/>
          </p:nvPr>
        </p:nvSpPr>
        <p:spPr>
          <a:xfrm>
            <a:off x="838199" y="6106843"/>
            <a:ext cx="9399310" cy="294641"/>
          </a:xfrm>
          <a:prstGeom prst="rect">
            <a:avLst/>
          </a:prstGeom>
        </p:spPr>
        <p:txBody>
          <a:bodyPr>
            <a:normAutofit/>
          </a:bodyPr>
          <a:lstStyle>
            <a:lvl1pPr marL="0" indent="0">
              <a:buSzTx/>
              <a:buFontTx/>
              <a:buNone/>
              <a:defRPr sz="1400">
                <a:solidFill>
                  <a:srgbClr val="FFFFFF"/>
                </a:solidFill>
                <a:latin typeface="Arial"/>
                <a:ea typeface="Arial"/>
                <a:cs typeface="Arial"/>
                <a:sym typeface="Arial"/>
              </a:defRPr>
            </a:lvl1pPr>
          </a:lstStyle>
          <a:p>
            <a:r>
              <a:t>Presenter Name  |  Title</a:t>
            </a:r>
          </a:p>
        </p:txBody>
      </p:sp>
    </p:spTree>
    <p:extLst>
      <p:ext uri="{BB962C8B-B14F-4D97-AF65-F5344CB8AC3E}">
        <p14:creationId xmlns:p14="http://schemas.microsoft.com/office/powerpoint/2010/main" val="983358797"/>
      </p:ext>
    </p:extLst>
  </p:cSld>
  <p:clrMapOvr>
    <a:masterClrMapping/>
  </p:clrMapOvr>
  <p:transition spd="med"/>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 No Title">
    <p:spTree>
      <p:nvGrpSpPr>
        <p:cNvPr id="1" name=""/>
        <p:cNvGrpSpPr/>
        <p:nvPr/>
      </p:nvGrpSpPr>
      <p:grpSpPr>
        <a:xfrm>
          <a:off x="0" y="0"/>
          <a:ext cx="0" cy="0"/>
          <a:chOff x="0" y="0"/>
          <a:chExt cx="0" cy="0"/>
        </a:xfrm>
      </p:grpSpPr>
      <p:sp>
        <p:nvSpPr>
          <p:cNvPr id="481" name="Slide Number"/>
          <p:cNvSpPr txBox="1">
            <a:spLocks noGrp="1"/>
          </p:cNvSpPr>
          <p:nvPr>
            <p:ph type="sldNum" sz="quarter" idx="2"/>
          </p:nvPr>
        </p:nvSpPr>
        <p:spPr>
          <a:prstGeom prst="rect">
            <a:avLst/>
          </a:prstGeo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137334040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8159-1A08-49C1-A803-19373208BE20}"/>
              </a:ext>
            </a:extLst>
          </p:cNvPr>
          <p:cNvSpPr>
            <a:spLocks noGrp="1"/>
          </p:cNvSpPr>
          <p:nvPr>
            <p:ph type="title" hasCustomPrompt="1"/>
          </p:nvPr>
        </p:nvSpPr>
        <p:spPr/>
        <p:txBody>
          <a:bodyPr/>
          <a:lstStyle>
            <a:lvl1pPr>
              <a:defRPr/>
            </a:lvl1pPr>
          </a:lstStyle>
          <a:p>
            <a:r>
              <a:rPr lang="en-US"/>
              <a:t>Title Only</a:t>
            </a:r>
          </a:p>
        </p:txBody>
      </p:sp>
      <p:sp>
        <p:nvSpPr>
          <p:cNvPr id="6" name="Slide Number">
            <a:extLst>
              <a:ext uri="{FF2B5EF4-FFF2-40B4-BE49-F238E27FC236}">
                <a16:creationId xmlns:a16="http://schemas.microsoft.com/office/drawing/2014/main" id="{EA43AD93-24DB-49DF-B422-C02470770033}"/>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22279940"/>
      </p:ext>
    </p:extLst>
  </p:cSld>
  <p:clrMapOvr>
    <a:masterClrMapping/>
  </p:clrMapOvr>
  <p:transition spd="med"/>
  <p:hf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4"/>
        <p:cNvGrpSpPr/>
        <p:nvPr/>
      </p:nvGrpSpPr>
      <p:grpSpPr>
        <a:xfrm>
          <a:off x="0" y="0"/>
          <a:ext cx="0" cy="0"/>
          <a:chOff x="0" y="0"/>
          <a:chExt cx="0" cy="0"/>
        </a:xfrm>
      </p:grpSpPr>
      <p:sp>
        <p:nvSpPr>
          <p:cNvPr id="25" name="Google Shape;25;gbb6df623d8_0_598"/>
          <p:cNvSpPr txBox="1">
            <a:spLocks noGrp="1"/>
          </p:cNvSpPr>
          <p:nvPr>
            <p:ph type="title"/>
          </p:nvPr>
        </p:nvSpPr>
        <p:spPr>
          <a:xfrm>
            <a:off x="575187" y="-5484"/>
            <a:ext cx="11208900" cy="1066800"/>
          </a:xfrm>
          <a:prstGeom prst="rect">
            <a:avLst/>
          </a:prstGeom>
          <a:noFill/>
          <a:ln>
            <a:noFill/>
          </a:ln>
        </p:spPr>
        <p:txBody>
          <a:bodyPr spcFirstLastPara="1" wrap="square" lIns="27425" tIns="27425" rIns="27425" bIns="27425" anchor="b" anchorCtr="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gbb6df623d8_0_598"/>
          <p:cNvSpPr txBox="1">
            <a:spLocks noGrp="1"/>
          </p:cNvSpPr>
          <p:nvPr>
            <p:ph type="sldNum" idx="12"/>
          </p:nvPr>
        </p:nvSpPr>
        <p:spPr>
          <a:xfrm>
            <a:off x="558089" y="6585198"/>
            <a:ext cx="507900" cy="141600"/>
          </a:xfrm>
          <a:prstGeom prst="rect">
            <a:avLst/>
          </a:prstGeom>
          <a:noFill/>
          <a:ln>
            <a:noFill/>
          </a:ln>
        </p:spPr>
        <p:txBody>
          <a:bodyPr spcFirstLastPara="1" wrap="square" lIns="9125" tIns="9125" rIns="9125" bIns="9125" anchor="b"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chemeClr val="accent2"/>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27" name="Google Shape;27;gbb6df623d8_0_598"/>
          <p:cNvSpPr txBox="1">
            <a:spLocks noGrp="1"/>
          </p:cNvSpPr>
          <p:nvPr>
            <p:ph type="ftr" idx="11"/>
          </p:nvPr>
        </p:nvSpPr>
        <p:spPr>
          <a:xfrm>
            <a:off x="848754" y="6551305"/>
            <a:ext cx="7971900" cy="226800"/>
          </a:xfrm>
          <a:prstGeom prst="rect">
            <a:avLst/>
          </a:prstGeom>
          <a:noFill/>
          <a:ln>
            <a:noFill/>
          </a:ln>
        </p:spPr>
        <p:txBody>
          <a:bodyPr spcFirstLastPara="1" wrap="square" lIns="0" tIns="45700" rIns="91425" bIns="45700" anchor="ctr" anchorCtr="0">
            <a:noAutofit/>
          </a:bodyPr>
          <a:lstStyle>
            <a:lvl1pPr lvl="0" algn="l">
              <a:lnSpc>
                <a:spcPct val="100000"/>
              </a:lnSpc>
              <a:spcBef>
                <a:spcPts val="0"/>
              </a:spcBef>
              <a:spcAft>
                <a:spcPts val="0"/>
              </a:spcAft>
              <a:buSzPts val="1400"/>
              <a:buNone/>
              <a:defRPr sz="700" b="0" i="0" u="none" strike="noStrike" cap="none">
                <a:solidFill>
                  <a:srgbClr val="BDC6CE"/>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gbb6df623d8_0_598"/>
          <p:cNvSpPr txBox="1">
            <a:spLocks noGrp="1"/>
          </p:cNvSpPr>
          <p:nvPr>
            <p:ph type="dt" idx="10"/>
          </p:nvPr>
        </p:nvSpPr>
        <p:spPr>
          <a:xfrm>
            <a:off x="8878324" y="6569519"/>
            <a:ext cx="1389300" cy="1905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700">
                <a:solidFill>
                  <a:srgbClr val="BDC6CE"/>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53182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reserve="1">
  <p:cSld name="Title">
    <p:bg>
      <p:bgPr>
        <a:solidFill>
          <a:schemeClr val="accent1"/>
        </a:solidFill>
        <a:effectLst/>
      </p:bgPr>
    </p:bg>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C0EB5190-1643-AF40-A9FC-34857A5A03D2}"/>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accent1"/>
          </a:solidFill>
        </p:spPr>
      </p:pic>
      <p:pic>
        <p:nvPicPr>
          <p:cNvPr id="16" name="Picture 9" descr="Pictur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ln w="12700">
            <a:miter lim="400000"/>
          </a:ln>
        </p:spPr>
      </p:pic>
      <p:sp>
        <p:nvSpPr>
          <p:cNvPr id="17" name="The title of this deck goes in this space here."/>
          <p:cNvSpPr txBox="1">
            <a:spLocks noGrp="1"/>
          </p:cNvSpPr>
          <p:nvPr>
            <p:ph type="title" hasCustomPrompt="1"/>
          </p:nvPr>
        </p:nvSpPr>
        <p:spPr>
          <a:xfrm>
            <a:off x="838199" y="3216878"/>
            <a:ext cx="9389883" cy="1686244"/>
          </a:xfrm>
          <a:prstGeom prst="rect">
            <a:avLst/>
          </a:prstGeom>
        </p:spPr>
        <p:txBody>
          <a:bodyPr anchor="b">
            <a:normAutofit/>
          </a:bodyPr>
          <a:lstStyle>
            <a:lvl1pPr>
              <a:defRPr sz="6000">
                <a:solidFill>
                  <a:srgbClr val="FFFFFF"/>
                </a:solidFill>
                <a:latin typeface="Arial"/>
                <a:ea typeface="Arial"/>
                <a:cs typeface="Arial"/>
                <a:sym typeface="Arial"/>
              </a:defRPr>
            </a:lvl1pPr>
          </a:lstStyle>
          <a:p>
            <a:r>
              <a:t>The title of this deck</a:t>
            </a:r>
            <a:r>
              <a:rPr lang="en-US"/>
              <a:t> </a:t>
            </a:r>
            <a:r>
              <a:t>goes in this space here.</a:t>
            </a:r>
          </a:p>
        </p:txBody>
      </p:sp>
      <p:sp>
        <p:nvSpPr>
          <p:cNvPr id="18" name="Body Level One…"/>
          <p:cNvSpPr txBox="1">
            <a:spLocks noGrp="1"/>
          </p:cNvSpPr>
          <p:nvPr>
            <p:ph type="body" sz="quarter" idx="1" hasCustomPrompt="1"/>
          </p:nvPr>
        </p:nvSpPr>
        <p:spPr>
          <a:xfrm>
            <a:off x="838200" y="2565288"/>
            <a:ext cx="6253163" cy="294641"/>
          </a:xfrm>
          <a:prstGeom prst="rect">
            <a:avLst/>
          </a:prstGeom>
        </p:spPr>
        <p:txBody>
          <a:bodyPr>
            <a:normAutofit/>
          </a:bodyPr>
          <a:lstStyle>
            <a:lvl1pPr marL="0" indent="0">
              <a:buSzTx/>
              <a:buFontTx/>
              <a:buNone/>
              <a:defRPr sz="1200">
                <a:solidFill>
                  <a:srgbClr val="FFFFFF"/>
                </a:solidFill>
                <a:latin typeface="Arial"/>
                <a:ea typeface="Arial"/>
                <a:cs typeface="Arial"/>
                <a:sym typeface="Arial"/>
              </a:defRPr>
            </a:lvl1pPr>
            <a:lvl2pPr marL="571500" indent="-114300">
              <a:buFontTx/>
              <a:defRPr sz="1200">
                <a:solidFill>
                  <a:srgbClr val="FFFFFF"/>
                </a:solidFill>
                <a:latin typeface="Arial"/>
                <a:ea typeface="Arial"/>
                <a:cs typeface="Arial"/>
                <a:sym typeface="Arial"/>
              </a:defRPr>
            </a:lvl2pPr>
            <a:lvl3pPr marL="1051560" indent="-137160">
              <a:buFontTx/>
              <a:defRPr sz="1200">
                <a:solidFill>
                  <a:srgbClr val="FFFFFF"/>
                </a:solidFill>
                <a:latin typeface="Arial"/>
                <a:ea typeface="Arial"/>
                <a:cs typeface="Arial"/>
                <a:sym typeface="Arial"/>
              </a:defRPr>
            </a:lvl3pPr>
            <a:lvl4pPr marL="1524000" indent="-152400">
              <a:buFontTx/>
              <a:defRPr sz="1200">
                <a:solidFill>
                  <a:srgbClr val="FFFFFF"/>
                </a:solidFill>
                <a:latin typeface="Arial"/>
                <a:ea typeface="Arial"/>
                <a:cs typeface="Arial"/>
                <a:sym typeface="Arial"/>
              </a:defRPr>
            </a:lvl4pPr>
            <a:lvl5pPr marL="1981200" indent="-152400">
              <a:buFontTx/>
              <a:defRPr sz="1200">
                <a:solidFill>
                  <a:srgbClr val="FFFFFF"/>
                </a:solidFill>
                <a:latin typeface="Arial"/>
                <a:ea typeface="Arial"/>
                <a:cs typeface="Arial"/>
                <a:sym typeface="Arial"/>
              </a:defRPr>
            </a:lvl5pPr>
          </a:lstStyle>
          <a:p>
            <a:r>
              <a:t>Date</a:t>
            </a:r>
          </a:p>
          <a:p>
            <a:pPr lvl="1"/>
            <a:endParaRPr/>
          </a:p>
          <a:p>
            <a:pPr lvl="2"/>
            <a:endParaRPr/>
          </a:p>
          <a:p>
            <a:pPr lvl="3"/>
            <a:endParaRPr/>
          </a:p>
          <a:p>
            <a:pPr lvl="4"/>
            <a:endParaRPr/>
          </a:p>
        </p:txBody>
      </p:sp>
      <p:pic>
        <p:nvPicPr>
          <p:cNvPr id="19" name="Picture 6" descr="Picture 6"/>
          <p:cNvPicPr>
            <a:picLocks noChangeAspect="1"/>
          </p:cNvPicPr>
          <p:nvPr/>
        </p:nvPicPr>
        <p:blipFill>
          <a:blip r:embed="rId4"/>
          <a:stretch>
            <a:fillRect/>
          </a:stretch>
        </p:blipFill>
        <p:spPr>
          <a:xfrm>
            <a:off x="838200" y="309847"/>
            <a:ext cx="1455550" cy="258765"/>
          </a:xfrm>
          <a:prstGeom prst="rect">
            <a:avLst/>
          </a:prstGeom>
          <a:ln w="12700">
            <a:miter lim="400000"/>
          </a:ln>
        </p:spPr>
      </p:pic>
      <p:sp>
        <p:nvSpPr>
          <p:cNvPr id="20" name="Text Placeholder 7"/>
          <p:cNvSpPr>
            <a:spLocks noGrp="1"/>
          </p:cNvSpPr>
          <p:nvPr>
            <p:ph type="body" sz="quarter" idx="21" hasCustomPrompt="1"/>
          </p:nvPr>
        </p:nvSpPr>
        <p:spPr>
          <a:xfrm>
            <a:off x="838199" y="5160614"/>
            <a:ext cx="9399310" cy="655724"/>
          </a:xfrm>
          <a:prstGeom prst="rect">
            <a:avLst/>
          </a:prstGeom>
        </p:spPr>
        <p:txBody>
          <a:bodyPr>
            <a:normAutofit/>
          </a:bodyPr>
          <a:lstStyle>
            <a:lvl1pPr marL="0" indent="0" defTabSz="612648">
              <a:spcBef>
                <a:spcPts val="600"/>
              </a:spcBef>
              <a:buSzTx/>
              <a:buFontTx/>
              <a:buNone/>
              <a:defRPr sz="1474">
                <a:solidFill>
                  <a:srgbClr val="FFFFFF"/>
                </a:solidFill>
                <a:latin typeface="Arial"/>
                <a:ea typeface="Arial"/>
                <a:cs typeface="Arial"/>
                <a:sym typeface="Arial"/>
              </a:defRPr>
            </a:lvl1pPr>
          </a:lstStyle>
          <a:p>
            <a:r>
              <a:t>This is a sub headline.</a:t>
            </a:r>
          </a:p>
        </p:txBody>
      </p:sp>
      <p:sp>
        <p:nvSpPr>
          <p:cNvPr id="21" name="Text Placeholder 7"/>
          <p:cNvSpPr>
            <a:spLocks noGrp="1"/>
          </p:cNvSpPr>
          <p:nvPr>
            <p:ph type="body" sz="quarter" idx="22" hasCustomPrompt="1"/>
          </p:nvPr>
        </p:nvSpPr>
        <p:spPr>
          <a:xfrm>
            <a:off x="838199" y="6106843"/>
            <a:ext cx="9399310" cy="294641"/>
          </a:xfrm>
          <a:prstGeom prst="rect">
            <a:avLst/>
          </a:prstGeom>
        </p:spPr>
        <p:txBody>
          <a:bodyPr>
            <a:normAutofit/>
          </a:bodyPr>
          <a:lstStyle>
            <a:lvl1pPr marL="0" indent="0">
              <a:buSzTx/>
              <a:buFontTx/>
              <a:buNone/>
              <a:defRPr sz="1400">
                <a:solidFill>
                  <a:srgbClr val="FFFFFF"/>
                </a:solidFill>
                <a:latin typeface="Arial"/>
                <a:ea typeface="Arial"/>
                <a:cs typeface="Arial"/>
                <a:sym typeface="Arial"/>
              </a:defRPr>
            </a:lvl1pPr>
          </a:lstStyle>
          <a:p>
            <a:r>
              <a:t>Presenter Name  |  Title</a:t>
            </a:r>
          </a:p>
        </p:txBody>
      </p:sp>
    </p:spTree>
    <p:extLst>
      <p:ext uri="{BB962C8B-B14F-4D97-AF65-F5344CB8AC3E}">
        <p14:creationId xmlns:p14="http://schemas.microsoft.com/office/powerpoint/2010/main" val="330839940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30" name="Body Level One…"/>
          <p:cNvSpPr txBox="1">
            <a:spLocks noGrp="1"/>
          </p:cNvSpPr>
          <p:nvPr>
            <p:ph type="body" sz="quarter" idx="1" hasCustomPrompt="1"/>
          </p:nvPr>
        </p:nvSpPr>
        <p:spPr>
          <a:xfrm>
            <a:off x="1839093" y="1792814"/>
            <a:ext cx="4005653" cy="297746"/>
          </a:xfrm>
          <a:prstGeom prst="rect">
            <a:avLst/>
          </a:prstGeom>
        </p:spPr>
        <p:txBody>
          <a:bodyPr>
            <a:noAutofit/>
          </a:bodyPr>
          <a:lstStyle>
            <a:lvl1pPr marL="0" indent="0">
              <a:buSzTx/>
              <a:buFontTx/>
              <a:buNone/>
              <a:defRPr sz="1500">
                <a:solidFill>
                  <a:srgbClr val="313131"/>
                </a:solidFill>
                <a:latin typeface="Arial"/>
                <a:ea typeface="Arial"/>
                <a:cs typeface="Arial"/>
                <a:sym typeface="Arial"/>
              </a:defRPr>
            </a:lvl1pPr>
            <a:lvl2pPr marL="647700" indent="-190500">
              <a:buFontTx/>
              <a:defRPr sz="1500">
                <a:solidFill>
                  <a:srgbClr val="313131"/>
                </a:solidFill>
                <a:latin typeface="Arial"/>
                <a:ea typeface="Arial"/>
                <a:cs typeface="Arial"/>
                <a:sym typeface="Arial"/>
              </a:defRPr>
            </a:lvl2pPr>
            <a:lvl3pPr marL="1143000" indent="-228600">
              <a:buFontTx/>
              <a:defRPr sz="1500">
                <a:solidFill>
                  <a:srgbClr val="313131"/>
                </a:solidFill>
                <a:latin typeface="Arial"/>
                <a:ea typeface="Arial"/>
                <a:cs typeface="Arial"/>
                <a:sym typeface="Arial"/>
              </a:defRPr>
            </a:lvl3pPr>
            <a:lvl4pPr marL="1625600" indent="-254000">
              <a:buFontTx/>
              <a:defRPr sz="1500">
                <a:solidFill>
                  <a:srgbClr val="313131"/>
                </a:solidFill>
                <a:latin typeface="Arial"/>
                <a:ea typeface="Arial"/>
                <a:cs typeface="Arial"/>
                <a:sym typeface="Arial"/>
              </a:defRPr>
            </a:lvl4pPr>
            <a:lvl5pPr marL="2082800" indent="-254000">
              <a:buFontTx/>
              <a:defRPr sz="1500">
                <a:solidFill>
                  <a:srgbClr val="313131"/>
                </a:solidFill>
                <a:latin typeface="Arial"/>
                <a:ea typeface="Arial"/>
                <a:cs typeface="Arial"/>
                <a:sym typeface="Arial"/>
              </a:defRPr>
            </a:lvl5pPr>
          </a:lstStyle>
          <a:p>
            <a:r>
              <a:t>Agenda Item 01</a:t>
            </a:r>
          </a:p>
          <a:p>
            <a:pPr lvl="1"/>
            <a:endParaRPr/>
          </a:p>
          <a:p>
            <a:pPr lvl="2"/>
            <a:endParaRPr/>
          </a:p>
          <a:p>
            <a:pPr lvl="3"/>
            <a:endParaRPr/>
          </a:p>
          <a:p>
            <a:pPr lvl="4"/>
            <a:endParaRPr/>
          </a:p>
        </p:txBody>
      </p:sp>
      <p:sp>
        <p:nvSpPr>
          <p:cNvPr id="31" name="Text Placeholder 18"/>
          <p:cNvSpPr>
            <a:spLocks noGrp="1"/>
          </p:cNvSpPr>
          <p:nvPr>
            <p:ph type="body" sz="quarter" idx="21" hasCustomPrompt="1"/>
          </p:nvPr>
        </p:nvSpPr>
        <p:spPr>
          <a:xfrm>
            <a:off x="1839093" y="2188562"/>
            <a:ext cx="4005653"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33" name="Text Placeholder 15"/>
          <p:cNvSpPr>
            <a:spLocks noGrp="1"/>
          </p:cNvSpPr>
          <p:nvPr>
            <p:ph type="body" sz="quarter" idx="22" hasCustomPrompt="1"/>
          </p:nvPr>
        </p:nvSpPr>
        <p:spPr>
          <a:xfrm>
            <a:off x="905259" y="1792814"/>
            <a:ext cx="624842"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01</a:t>
            </a:r>
          </a:p>
        </p:txBody>
      </p:sp>
      <p:sp>
        <p:nvSpPr>
          <p:cNvPr id="34" name="Text Placeholder 15"/>
          <p:cNvSpPr>
            <a:spLocks noGrp="1"/>
          </p:cNvSpPr>
          <p:nvPr>
            <p:ph type="body" sz="quarter" idx="23" hasCustomPrompt="1"/>
          </p:nvPr>
        </p:nvSpPr>
        <p:spPr>
          <a:xfrm>
            <a:off x="1839093" y="2842680"/>
            <a:ext cx="4005653" cy="297746"/>
          </a:xfrm>
          <a:prstGeom prst="rect">
            <a:avLst/>
          </a:prstGeom>
        </p:spPr>
        <p:txBody>
          <a:bodyPr>
            <a:no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Agenda Item 02</a:t>
            </a:r>
          </a:p>
        </p:txBody>
      </p:sp>
      <p:sp>
        <p:nvSpPr>
          <p:cNvPr id="35" name="Text Placeholder 18"/>
          <p:cNvSpPr>
            <a:spLocks noGrp="1"/>
          </p:cNvSpPr>
          <p:nvPr>
            <p:ph type="body" sz="quarter" idx="24" hasCustomPrompt="1"/>
          </p:nvPr>
        </p:nvSpPr>
        <p:spPr>
          <a:xfrm>
            <a:off x="1839093" y="3238429"/>
            <a:ext cx="4005653"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36" name="Text Placeholder 15"/>
          <p:cNvSpPr>
            <a:spLocks noGrp="1"/>
          </p:cNvSpPr>
          <p:nvPr>
            <p:ph type="body" sz="quarter" idx="25" hasCustomPrompt="1"/>
          </p:nvPr>
        </p:nvSpPr>
        <p:spPr>
          <a:xfrm>
            <a:off x="905259" y="2842680"/>
            <a:ext cx="624842"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02</a:t>
            </a:r>
          </a:p>
        </p:txBody>
      </p:sp>
      <p:sp>
        <p:nvSpPr>
          <p:cNvPr id="37" name="Text Placeholder 15"/>
          <p:cNvSpPr>
            <a:spLocks noGrp="1"/>
          </p:cNvSpPr>
          <p:nvPr>
            <p:ph type="body" sz="quarter" idx="26" hasCustomPrompt="1"/>
          </p:nvPr>
        </p:nvSpPr>
        <p:spPr>
          <a:xfrm>
            <a:off x="1839093" y="3891841"/>
            <a:ext cx="4005653" cy="297746"/>
          </a:xfrm>
          <a:prstGeom prst="rect">
            <a:avLst/>
          </a:prstGeom>
        </p:spPr>
        <p:txBody>
          <a:bodyPr>
            <a:no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Agenda Item 03</a:t>
            </a:r>
          </a:p>
        </p:txBody>
      </p:sp>
      <p:sp>
        <p:nvSpPr>
          <p:cNvPr id="38" name="Text Placeholder 18"/>
          <p:cNvSpPr>
            <a:spLocks noGrp="1"/>
          </p:cNvSpPr>
          <p:nvPr>
            <p:ph type="body" sz="quarter" idx="27" hasCustomPrompt="1"/>
          </p:nvPr>
        </p:nvSpPr>
        <p:spPr>
          <a:xfrm>
            <a:off x="1839093" y="4287589"/>
            <a:ext cx="4005653"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39" name="Text Placeholder 15"/>
          <p:cNvSpPr>
            <a:spLocks noGrp="1"/>
          </p:cNvSpPr>
          <p:nvPr>
            <p:ph type="body" sz="quarter" idx="28" hasCustomPrompt="1"/>
          </p:nvPr>
        </p:nvSpPr>
        <p:spPr>
          <a:xfrm>
            <a:off x="905259" y="3891841"/>
            <a:ext cx="624842"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03</a:t>
            </a:r>
          </a:p>
        </p:txBody>
      </p:sp>
      <p:sp>
        <p:nvSpPr>
          <p:cNvPr id="40" name="Text Placeholder 15"/>
          <p:cNvSpPr>
            <a:spLocks noGrp="1"/>
          </p:cNvSpPr>
          <p:nvPr>
            <p:ph type="body" sz="quarter" idx="29" hasCustomPrompt="1"/>
          </p:nvPr>
        </p:nvSpPr>
        <p:spPr>
          <a:xfrm>
            <a:off x="7409866" y="1792814"/>
            <a:ext cx="4005654" cy="297746"/>
          </a:xfrm>
          <a:prstGeom prst="rect">
            <a:avLst/>
          </a:prstGeom>
        </p:spPr>
        <p:txBody>
          <a:bodyPr>
            <a:no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Agenda Item 04</a:t>
            </a:r>
          </a:p>
        </p:txBody>
      </p:sp>
      <p:sp>
        <p:nvSpPr>
          <p:cNvPr id="41" name="Text Placeholder 18"/>
          <p:cNvSpPr>
            <a:spLocks noGrp="1"/>
          </p:cNvSpPr>
          <p:nvPr>
            <p:ph type="body" sz="quarter" idx="30" hasCustomPrompt="1"/>
          </p:nvPr>
        </p:nvSpPr>
        <p:spPr>
          <a:xfrm>
            <a:off x="7409866" y="2188562"/>
            <a:ext cx="4005654"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42" name="Text Placeholder 15"/>
          <p:cNvSpPr>
            <a:spLocks noGrp="1"/>
          </p:cNvSpPr>
          <p:nvPr>
            <p:ph type="body" sz="quarter" idx="31" hasCustomPrompt="1"/>
          </p:nvPr>
        </p:nvSpPr>
        <p:spPr>
          <a:xfrm>
            <a:off x="6476033" y="1784722"/>
            <a:ext cx="624841"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04</a:t>
            </a:r>
          </a:p>
        </p:txBody>
      </p:sp>
      <p:sp>
        <p:nvSpPr>
          <p:cNvPr id="43" name="Text Placeholder 15"/>
          <p:cNvSpPr>
            <a:spLocks noGrp="1"/>
          </p:cNvSpPr>
          <p:nvPr>
            <p:ph type="body" sz="quarter" idx="32" hasCustomPrompt="1"/>
          </p:nvPr>
        </p:nvSpPr>
        <p:spPr>
          <a:xfrm>
            <a:off x="7409866" y="2842680"/>
            <a:ext cx="4005654" cy="297746"/>
          </a:xfrm>
          <a:prstGeom prst="rect">
            <a:avLst/>
          </a:prstGeom>
        </p:spPr>
        <p:txBody>
          <a:bodyPr>
            <a:no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Agenda Item 05</a:t>
            </a:r>
          </a:p>
        </p:txBody>
      </p:sp>
      <p:sp>
        <p:nvSpPr>
          <p:cNvPr id="44" name="Text Placeholder 18"/>
          <p:cNvSpPr>
            <a:spLocks noGrp="1"/>
          </p:cNvSpPr>
          <p:nvPr>
            <p:ph type="body" sz="quarter" idx="33" hasCustomPrompt="1"/>
          </p:nvPr>
        </p:nvSpPr>
        <p:spPr>
          <a:xfrm>
            <a:off x="7409866" y="3238429"/>
            <a:ext cx="4005654"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45" name="Text Placeholder 15"/>
          <p:cNvSpPr>
            <a:spLocks noGrp="1"/>
          </p:cNvSpPr>
          <p:nvPr>
            <p:ph type="body" sz="quarter" idx="34" hasCustomPrompt="1"/>
          </p:nvPr>
        </p:nvSpPr>
        <p:spPr>
          <a:xfrm>
            <a:off x="6476033" y="2842680"/>
            <a:ext cx="624841"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05</a:t>
            </a:r>
          </a:p>
        </p:txBody>
      </p:sp>
      <p:sp>
        <p:nvSpPr>
          <p:cNvPr id="46" name="Text Placeholder 15"/>
          <p:cNvSpPr>
            <a:spLocks noGrp="1"/>
          </p:cNvSpPr>
          <p:nvPr>
            <p:ph type="body" sz="quarter" idx="35" hasCustomPrompt="1"/>
          </p:nvPr>
        </p:nvSpPr>
        <p:spPr>
          <a:xfrm>
            <a:off x="7409866" y="3891841"/>
            <a:ext cx="4005654" cy="297746"/>
          </a:xfrm>
          <a:prstGeom prst="rect">
            <a:avLst/>
          </a:prstGeom>
        </p:spPr>
        <p:txBody>
          <a:bodyPr>
            <a:no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Agenda Item 06</a:t>
            </a:r>
          </a:p>
        </p:txBody>
      </p:sp>
      <p:sp>
        <p:nvSpPr>
          <p:cNvPr id="47" name="Text Placeholder 18"/>
          <p:cNvSpPr>
            <a:spLocks noGrp="1"/>
          </p:cNvSpPr>
          <p:nvPr>
            <p:ph type="body" sz="quarter" idx="36" hasCustomPrompt="1"/>
          </p:nvPr>
        </p:nvSpPr>
        <p:spPr>
          <a:xfrm>
            <a:off x="7409866" y="4287589"/>
            <a:ext cx="4005654" cy="297747"/>
          </a:xfrm>
          <a:prstGeom prst="rect">
            <a:avLst/>
          </a:prstGeom>
        </p:spPr>
        <p:txBody>
          <a:bodyPr>
            <a:noAutofit/>
          </a:bodyPr>
          <a:lstStyle>
            <a:lvl1pPr marL="0" indent="0">
              <a:buSzTx/>
              <a:buFontTx/>
              <a:buNone/>
              <a:defRPr sz="1200">
                <a:solidFill>
                  <a:srgbClr val="313131"/>
                </a:solidFill>
                <a:latin typeface="Arial"/>
                <a:ea typeface="Arial"/>
                <a:cs typeface="Arial"/>
                <a:sym typeface="Arial"/>
              </a:defRPr>
            </a:lvl1pPr>
          </a:lstStyle>
          <a:p>
            <a:r>
              <a:t>Lorem ipsum dolor sit</a:t>
            </a:r>
          </a:p>
        </p:txBody>
      </p:sp>
      <p:sp>
        <p:nvSpPr>
          <p:cNvPr id="48" name="Text Placeholder 15"/>
          <p:cNvSpPr>
            <a:spLocks noGrp="1"/>
          </p:cNvSpPr>
          <p:nvPr>
            <p:ph type="body" sz="quarter" idx="37" hasCustomPrompt="1"/>
          </p:nvPr>
        </p:nvSpPr>
        <p:spPr>
          <a:xfrm>
            <a:off x="6476033" y="3891841"/>
            <a:ext cx="624841" cy="297746"/>
          </a:xfrm>
          <a:prstGeom prst="rect">
            <a:avLst/>
          </a:prstGeom>
        </p:spPr>
        <p:txBody>
          <a:bodyPr>
            <a:normAutofit/>
          </a:bodyPr>
          <a:lstStyle>
            <a:lvl1pPr marL="0" indent="0" defTabSz="676655">
              <a:spcBef>
                <a:spcPts val="700"/>
              </a:spcBef>
              <a:buSzTx/>
              <a:buFontTx/>
              <a:buNone/>
              <a:defRPr sz="1500">
                <a:solidFill>
                  <a:srgbClr val="313131"/>
                </a:solidFill>
                <a:latin typeface="Arial"/>
                <a:ea typeface="Arial"/>
                <a:cs typeface="Arial"/>
                <a:sym typeface="Arial"/>
              </a:defRPr>
            </a:lvl1pPr>
          </a:lstStyle>
          <a:p>
            <a:r>
              <a:t>06</a:t>
            </a:r>
          </a:p>
        </p:txBody>
      </p:sp>
      <p:grpSp>
        <p:nvGrpSpPr>
          <p:cNvPr id="27" name="Group 26">
            <a:extLst>
              <a:ext uri="{FF2B5EF4-FFF2-40B4-BE49-F238E27FC236}">
                <a16:creationId xmlns:a16="http://schemas.microsoft.com/office/drawing/2014/main" id="{87F8B858-104E-4384-822E-3822D1C09377}"/>
              </a:ext>
            </a:extLst>
          </p:cNvPr>
          <p:cNvGrpSpPr/>
          <p:nvPr/>
        </p:nvGrpSpPr>
        <p:grpSpPr>
          <a:xfrm>
            <a:off x="10284756" y="5587138"/>
            <a:ext cx="1907244" cy="1270862"/>
            <a:chOff x="10284756" y="5587138"/>
            <a:chExt cx="1907244" cy="1270862"/>
          </a:xfrm>
        </p:grpSpPr>
        <p:grpSp>
          <p:nvGrpSpPr>
            <p:cNvPr id="28" name="Group 27">
              <a:extLst>
                <a:ext uri="{FF2B5EF4-FFF2-40B4-BE49-F238E27FC236}">
                  <a16:creationId xmlns:a16="http://schemas.microsoft.com/office/drawing/2014/main" id="{ABB0AF83-6A1E-4A71-9BBA-854A3EA330C8}"/>
                </a:ext>
              </a:extLst>
            </p:cNvPr>
            <p:cNvGrpSpPr/>
            <p:nvPr userDrawn="1"/>
          </p:nvGrpSpPr>
          <p:grpSpPr>
            <a:xfrm flipH="1" flipV="1">
              <a:off x="10284756" y="5587138"/>
              <a:ext cx="1907244" cy="1270862"/>
              <a:chOff x="-20321" y="-7868"/>
              <a:chExt cx="1907244" cy="1270862"/>
            </a:xfrm>
          </p:grpSpPr>
          <p:sp>
            <p:nvSpPr>
              <p:cNvPr id="55" name="Rectangle 8">
                <a:extLst>
                  <a:ext uri="{FF2B5EF4-FFF2-40B4-BE49-F238E27FC236}">
                    <a16:creationId xmlns:a16="http://schemas.microsoft.com/office/drawing/2014/main" id="{BD403824-6030-40F2-9CB1-C02242913661}"/>
                  </a:ext>
                </a:extLst>
              </p:cNvPr>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56" name="Rectangle 10">
                <a:extLst>
                  <a:ext uri="{FF2B5EF4-FFF2-40B4-BE49-F238E27FC236}">
                    <a16:creationId xmlns:a16="http://schemas.microsoft.com/office/drawing/2014/main" id="{00146647-4D34-408A-A5F1-784022FF8E17}"/>
                  </a:ext>
                </a:extLst>
              </p:cNvPr>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54" name="Picture 6" descr="Picture 6">
              <a:extLst>
                <a:ext uri="{FF2B5EF4-FFF2-40B4-BE49-F238E27FC236}">
                  <a16:creationId xmlns:a16="http://schemas.microsoft.com/office/drawing/2014/main" id="{053DBEB6-B123-4B5B-85FF-CB6AB971A3FA}"/>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sp>
        <p:nvSpPr>
          <p:cNvPr id="5" name="Title 4">
            <a:extLst>
              <a:ext uri="{FF2B5EF4-FFF2-40B4-BE49-F238E27FC236}">
                <a16:creationId xmlns:a16="http://schemas.microsoft.com/office/drawing/2014/main" id="{D9DE9653-2904-4BA6-8838-B4EEE7319C8C}"/>
              </a:ext>
            </a:extLst>
          </p:cNvPr>
          <p:cNvSpPr>
            <a:spLocks noGrp="1"/>
          </p:cNvSpPr>
          <p:nvPr>
            <p:ph type="title" hasCustomPrompt="1"/>
          </p:nvPr>
        </p:nvSpPr>
        <p:spPr/>
        <p:txBody>
          <a:bodyPr/>
          <a:lstStyle/>
          <a:p>
            <a:r>
              <a:rPr lang="en-US"/>
              <a:t>Today’s Agenda</a:t>
            </a:r>
          </a:p>
        </p:txBody>
      </p:sp>
      <p:sp>
        <p:nvSpPr>
          <p:cNvPr id="29" name="Slide Number">
            <a:extLst>
              <a:ext uri="{FF2B5EF4-FFF2-40B4-BE49-F238E27FC236}">
                <a16:creationId xmlns:a16="http://schemas.microsoft.com/office/drawing/2014/main" id="{8D4CB952-A4BC-4B5C-8BAE-CE2AE8B08702}"/>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49" name="TextBox 7">
            <a:extLst>
              <a:ext uri="{FF2B5EF4-FFF2-40B4-BE49-F238E27FC236}">
                <a16:creationId xmlns:a16="http://schemas.microsoft.com/office/drawing/2014/main" id="{D29EF9AD-642B-41C0-881D-5914D56D23ED}"/>
              </a:ext>
            </a:extLst>
          </p:cNvPr>
          <p:cNvSpPr txBox="1"/>
          <p:nvPr userDrawn="1"/>
        </p:nvSpPr>
        <p:spPr>
          <a:xfrm>
            <a:off x="561070" y="6476267"/>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Tree>
    <p:extLst>
      <p:ext uri="{BB962C8B-B14F-4D97-AF65-F5344CB8AC3E}">
        <p14:creationId xmlns:p14="http://schemas.microsoft.com/office/powerpoint/2010/main" val="3429680428"/>
      </p:ext>
    </p:extLst>
  </p:cSld>
  <p:clrMapOvr>
    <a:masterClrMapping/>
  </p:clrMapOvr>
  <p:transition spd="med"/>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reserve="1">
  <p:cSld name="Section Header">
    <p:bg>
      <p:bgPr>
        <a:solidFill>
          <a:srgbClr val="808080"/>
        </a:solidFill>
        <a:effectLst/>
      </p:bgPr>
    </p:bg>
    <p:spTree>
      <p:nvGrpSpPr>
        <p:cNvPr id="1" name=""/>
        <p:cNvGrpSpPr/>
        <p:nvPr/>
      </p:nvGrpSpPr>
      <p:grpSpPr>
        <a:xfrm>
          <a:off x="0" y="0"/>
          <a:ext cx="0" cy="0"/>
          <a:chOff x="0" y="0"/>
          <a:chExt cx="0" cy="0"/>
        </a:xfrm>
      </p:grpSpPr>
      <p:pic>
        <p:nvPicPr>
          <p:cNvPr id="9" name="Picture 8" descr="A picture containing background pattern&#10;&#10;Description automatically generated">
            <a:extLst>
              <a:ext uri="{FF2B5EF4-FFF2-40B4-BE49-F238E27FC236}">
                <a16:creationId xmlns:a16="http://schemas.microsoft.com/office/drawing/2014/main" id="{2AE657B6-8C25-9549-AECA-A71E2774B3DD}"/>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bg2"/>
          </a:solidFill>
        </p:spPr>
      </p:pic>
      <p:sp>
        <p:nvSpPr>
          <p:cNvPr id="61" name="Section Title"/>
          <p:cNvSpPr txBox="1">
            <a:spLocks noGrp="1"/>
          </p:cNvSpPr>
          <p:nvPr>
            <p:ph type="title" hasCustomPrompt="1"/>
          </p:nvPr>
        </p:nvSpPr>
        <p:spPr>
          <a:xfrm>
            <a:off x="838199" y="4847494"/>
            <a:ext cx="9748102" cy="1099122"/>
          </a:xfrm>
          <a:prstGeom prst="rect">
            <a:avLst/>
          </a:prstGeom>
        </p:spPr>
        <p:txBody>
          <a:bodyPr anchor="b">
            <a:normAutofit/>
          </a:bodyPr>
          <a:lstStyle>
            <a:lvl1pPr>
              <a:defRPr sz="6500">
                <a:solidFill>
                  <a:srgbClr val="EAEAEA"/>
                </a:solidFill>
                <a:latin typeface="Arial"/>
                <a:ea typeface="Arial"/>
                <a:cs typeface="Arial"/>
                <a:sym typeface="Arial"/>
              </a:defRPr>
            </a:lvl1pPr>
          </a:lstStyle>
          <a:p>
            <a:r>
              <a:t>Section Title</a:t>
            </a:r>
          </a:p>
        </p:txBody>
      </p:sp>
      <p:sp>
        <p:nvSpPr>
          <p:cNvPr id="62" name="Body Level One…"/>
          <p:cNvSpPr txBox="1">
            <a:spLocks noGrp="1"/>
          </p:cNvSpPr>
          <p:nvPr>
            <p:ph type="body" sz="quarter" idx="1" hasCustomPrompt="1"/>
          </p:nvPr>
        </p:nvSpPr>
        <p:spPr>
          <a:xfrm>
            <a:off x="838200" y="4529044"/>
            <a:ext cx="9757720" cy="312463"/>
          </a:xfrm>
          <a:prstGeom prst="rect">
            <a:avLst/>
          </a:prstGeom>
        </p:spPr>
        <p:txBody>
          <a:bodyPr anchor="b" anchorCtr="0">
            <a:normAutofit/>
          </a:bodyPr>
          <a:lstStyle>
            <a:lvl1pPr marL="0" indent="0">
              <a:buSzTx/>
              <a:buFontTx/>
              <a:buNone/>
              <a:defRPr sz="1400">
                <a:solidFill>
                  <a:srgbClr val="EAEAEA"/>
                </a:solidFill>
                <a:latin typeface="Arial"/>
                <a:ea typeface="Arial"/>
                <a:cs typeface="Arial"/>
                <a:sym typeface="Arial"/>
              </a:defRPr>
            </a:lvl1pPr>
            <a:lvl2pPr marL="590550" indent="-133350">
              <a:buFontTx/>
              <a:defRPr sz="1400">
                <a:solidFill>
                  <a:srgbClr val="EAEAEA"/>
                </a:solidFill>
                <a:latin typeface="Arial"/>
                <a:ea typeface="Arial"/>
                <a:cs typeface="Arial"/>
                <a:sym typeface="Arial"/>
              </a:defRPr>
            </a:lvl2pPr>
            <a:lvl3pPr marL="1074419" indent="-160019">
              <a:buFontTx/>
              <a:defRPr sz="1400">
                <a:solidFill>
                  <a:srgbClr val="EAEAEA"/>
                </a:solidFill>
                <a:latin typeface="Arial"/>
                <a:ea typeface="Arial"/>
                <a:cs typeface="Arial"/>
                <a:sym typeface="Arial"/>
              </a:defRPr>
            </a:lvl3pPr>
            <a:lvl4pPr marL="1549400" indent="-177800">
              <a:buFontTx/>
              <a:defRPr sz="1400">
                <a:solidFill>
                  <a:srgbClr val="EAEAEA"/>
                </a:solidFill>
                <a:latin typeface="Arial"/>
                <a:ea typeface="Arial"/>
                <a:cs typeface="Arial"/>
                <a:sym typeface="Arial"/>
              </a:defRPr>
            </a:lvl4pPr>
            <a:lvl5pPr marL="2006600" indent="-177800">
              <a:buFontTx/>
              <a:defRPr sz="1400">
                <a:solidFill>
                  <a:srgbClr val="EAEAEA"/>
                </a:solidFill>
                <a:latin typeface="Arial"/>
                <a:ea typeface="Arial"/>
                <a:cs typeface="Arial"/>
                <a:sym typeface="Arial"/>
              </a:defRPr>
            </a:lvl5pPr>
          </a:lstStyle>
          <a:p>
            <a:r>
              <a:t>Section 01</a:t>
            </a:r>
          </a:p>
        </p:txBody>
      </p:sp>
      <p:sp>
        <p:nvSpPr>
          <p:cNvPr id="63" name="Rectangle 17"/>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64" name="Picture 18" descr="Picture 1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sp>
        <p:nvSpPr>
          <p:cNvPr id="11" name="Slide Number">
            <a:extLst>
              <a:ext uri="{FF2B5EF4-FFF2-40B4-BE49-F238E27FC236}">
                <a16:creationId xmlns:a16="http://schemas.microsoft.com/office/drawing/2014/main" id="{843858BC-7D68-41C4-A3C3-C90625C65A0E}"/>
              </a:ext>
            </a:extLst>
          </p:cNvPr>
          <p:cNvSpPr txBox="1">
            <a:spLocks noGrp="1"/>
          </p:cNvSpPr>
          <p:nvPr>
            <p:ph type="sldNum" sz="quarter" idx="2"/>
          </p:nvPr>
        </p:nvSpPr>
        <p:spPr>
          <a:xfrm>
            <a:off x="579384" y="6472641"/>
            <a:ext cx="233395" cy="230832"/>
          </a:xfrm>
          <a:prstGeom prst="rect">
            <a:avLst/>
          </a:prstGeom>
          <a:ln w="12700">
            <a:miter lim="400000"/>
          </a:ln>
        </p:spPr>
        <p:txBody>
          <a:bodyPr wrap="none" lIns="45719" rIns="45719">
            <a:noAutofit/>
          </a:bodyPr>
          <a:lstStyle>
            <a:lvl1pPr algn="l">
              <a:defRPr sz="900">
                <a:solidFill>
                  <a:schemeClr val="bg1"/>
                </a:solidFill>
                <a:latin typeface="Arial"/>
                <a:ea typeface="Arial"/>
                <a:cs typeface="Arial"/>
                <a:sym typeface="Arial"/>
              </a:defRPr>
            </a:lvl1pPr>
          </a:lstStyle>
          <a:p>
            <a:fld id="{86CB4B4D-7CA3-9044-876B-883B54F8677D}" type="slidenum">
              <a:rPr lang="en-US" smtClean="0"/>
              <a:pPr/>
              <a:t>‹#›</a:t>
            </a:fld>
            <a:endParaRPr lang="en-US"/>
          </a:p>
        </p:txBody>
      </p:sp>
      <p:sp>
        <p:nvSpPr>
          <p:cNvPr id="12" name="TextBox 7">
            <a:extLst>
              <a:ext uri="{FF2B5EF4-FFF2-40B4-BE49-F238E27FC236}">
                <a16:creationId xmlns:a16="http://schemas.microsoft.com/office/drawing/2014/main" id="{EDC78759-9A6D-4E08-9950-EC44D6FCCFBC}"/>
              </a:ext>
            </a:extLst>
          </p:cNvPr>
          <p:cNvSpPr txBox="1"/>
          <p:nvPr/>
        </p:nvSpPr>
        <p:spPr>
          <a:xfrm>
            <a:off x="865093" y="6478068"/>
            <a:ext cx="9806150" cy="2380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Autofit/>
          </a:bodyPr>
          <a:lstStyle>
            <a:lvl1pPr>
              <a:defRPr sz="1000">
                <a:solidFill>
                  <a:srgbClr val="808080"/>
                </a:solidFill>
                <a:latin typeface="Arial"/>
                <a:ea typeface="Arial"/>
                <a:cs typeface="Arial"/>
                <a:sym typeface="Arial"/>
              </a:defRPr>
            </a:lvl1pPr>
          </a:lstStyle>
          <a:p>
            <a:r>
              <a:rPr sz="800">
                <a:solidFill>
                  <a:schemeClr val="bg1"/>
                </a:solidFill>
              </a:rPr>
              <a:t>Copyright © 2021 Exabeam, Inc. All Rights Reserved. Confidential.</a:t>
            </a:r>
          </a:p>
        </p:txBody>
      </p:sp>
      <p:pic>
        <p:nvPicPr>
          <p:cNvPr id="10" name="Picture 9" descr="Picture 9">
            <a:extLst>
              <a:ext uri="{FF2B5EF4-FFF2-40B4-BE49-F238E27FC236}">
                <a16:creationId xmlns:a16="http://schemas.microsoft.com/office/drawing/2014/main" id="{293882B2-BC3E-A54F-9BDA-D39ADA80283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0320" y="0"/>
            <a:ext cx="12192000" cy="6858000"/>
          </a:xfrm>
          <a:prstGeom prst="rect">
            <a:avLst/>
          </a:prstGeom>
          <a:ln w="12700">
            <a:miter lim="400000"/>
          </a:ln>
        </p:spPr>
      </p:pic>
    </p:spTree>
    <p:extLst>
      <p:ext uri="{BB962C8B-B14F-4D97-AF65-F5344CB8AC3E}">
        <p14:creationId xmlns:p14="http://schemas.microsoft.com/office/powerpoint/2010/main" val="225194040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reserve="1">
  <p:cSld name="Subsection Title">
    <p:bg>
      <p:bgPr>
        <a:solidFill>
          <a:srgbClr val="CECECE"/>
        </a:solidFill>
        <a:effectLst/>
      </p:bgPr>
    </p:bg>
    <p:spTree>
      <p:nvGrpSpPr>
        <p:cNvPr id="1" name=""/>
        <p:cNvGrpSpPr/>
        <p:nvPr/>
      </p:nvGrpSpPr>
      <p:grpSpPr>
        <a:xfrm>
          <a:off x="0" y="0"/>
          <a:ext cx="0" cy="0"/>
          <a:chOff x="0" y="0"/>
          <a:chExt cx="0" cy="0"/>
        </a:xfrm>
      </p:grpSpPr>
      <p:pic>
        <p:nvPicPr>
          <p:cNvPr id="13" name="Picture 12" descr="A picture containing background pattern&#10;&#10;Description automatically generated">
            <a:extLst>
              <a:ext uri="{FF2B5EF4-FFF2-40B4-BE49-F238E27FC236}">
                <a16:creationId xmlns:a16="http://schemas.microsoft.com/office/drawing/2014/main" id="{C86B5837-2F48-1D43-AD13-3D810AB04480}"/>
              </a:ext>
            </a:extLst>
          </p:cNvPr>
          <p:cNvPicPr>
            <a:picLocks noChangeAspect="1"/>
          </p:cNvPicPr>
          <p:nvPr userDrawn="1"/>
        </p:nvPicPr>
        <p:blipFill rotWithShape="1">
          <a:blip r:embed="rId2">
            <a:alphaModFix amt="25000"/>
          </a:blip>
          <a:srcRect t="7770" b="7770"/>
          <a:stretch/>
        </p:blipFill>
        <p:spPr>
          <a:xfrm>
            <a:off x="0" y="0"/>
            <a:ext cx="12191999" cy="6858000"/>
          </a:xfrm>
          <a:prstGeom prst="rect">
            <a:avLst/>
          </a:prstGeom>
          <a:solidFill>
            <a:schemeClr val="tx2"/>
          </a:solidFill>
        </p:spPr>
      </p:pic>
      <p:pic>
        <p:nvPicPr>
          <p:cNvPr id="73" name="Picture 2" descr="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0"/>
            <a:ext cx="12192000" cy="6858000"/>
          </a:xfrm>
          <a:prstGeom prst="rect">
            <a:avLst/>
          </a:prstGeom>
          <a:ln w="12700">
            <a:miter lim="400000"/>
          </a:ln>
        </p:spPr>
      </p:pic>
      <p:grpSp>
        <p:nvGrpSpPr>
          <p:cNvPr id="2" name="Group 1">
            <a:extLst>
              <a:ext uri="{FF2B5EF4-FFF2-40B4-BE49-F238E27FC236}">
                <a16:creationId xmlns:a16="http://schemas.microsoft.com/office/drawing/2014/main" id="{57F5B6BE-BCF7-4A2C-B684-4901C8EC32AC}"/>
              </a:ext>
            </a:extLst>
          </p:cNvPr>
          <p:cNvGrpSpPr/>
          <p:nvPr userDrawn="1"/>
        </p:nvGrpSpPr>
        <p:grpSpPr>
          <a:xfrm>
            <a:off x="-20321" y="-7868"/>
            <a:ext cx="635432" cy="635432"/>
            <a:chOff x="-20321" y="-7868"/>
            <a:chExt cx="635432" cy="635432"/>
          </a:xfrm>
        </p:grpSpPr>
        <p:sp>
          <p:nvSpPr>
            <p:cNvPr id="75" name="Rectangle 20"/>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76" name="Picture 21" descr="Picture 21"/>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77" name="Sub Section Title"/>
          <p:cNvSpPr txBox="1">
            <a:spLocks noGrp="1"/>
          </p:cNvSpPr>
          <p:nvPr>
            <p:ph type="title" hasCustomPrompt="1"/>
          </p:nvPr>
        </p:nvSpPr>
        <p:spPr>
          <a:xfrm>
            <a:off x="838200" y="4847494"/>
            <a:ext cx="9785808" cy="1099122"/>
          </a:xfrm>
          <a:prstGeom prst="rect">
            <a:avLst/>
          </a:prstGeom>
        </p:spPr>
        <p:txBody>
          <a:bodyPr anchor="b">
            <a:normAutofit/>
          </a:bodyPr>
          <a:lstStyle>
            <a:lvl1pPr>
              <a:defRPr sz="6500">
                <a:solidFill>
                  <a:srgbClr val="303030"/>
                </a:solidFill>
                <a:latin typeface="Arial"/>
                <a:ea typeface="Arial"/>
                <a:cs typeface="Arial"/>
                <a:sym typeface="Arial"/>
              </a:defRPr>
            </a:lvl1pPr>
          </a:lstStyle>
          <a:p>
            <a:r>
              <a:t>Sub Section Title</a:t>
            </a:r>
          </a:p>
        </p:txBody>
      </p:sp>
      <p:sp>
        <p:nvSpPr>
          <p:cNvPr id="78" name="Body Level One…"/>
          <p:cNvSpPr txBox="1">
            <a:spLocks noGrp="1"/>
          </p:cNvSpPr>
          <p:nvPr>
            <p:ph type="body" sz="quarter" idx="1" hasCustomPrompt="1"/>
          </p:nvPr>
        </p:nvSpPr>
        <p:spPr>
          <a:xfrm>
            <a:off x="838200" y="4529044"/>
            <a:ext cx="9784298" cy="294641"/>
          </a:xfrm>
          <a:prstGeom prst="rect">
            <a:avLst/>
          </a:prstGeom>
        </p:spPr>
        <p:txBody>
          <a:bodyPr anchor="b" anchorCtr="0">
            <a:normAutofit/>
          </a:bodyPr>
          <a:lstStyle>
            <a:lvl1pPr marL="0" indent="0">
              <a:buSzTx/>
              <a:buFontTx/>
              <a:buNone/>
              <a:defRPr sz="1400">
                <a:solidFill>
                  <a:srgbClr val="303030"/>
                </a:solidFill>
                <a:latin typeface="Arial"/>
                <a:ea typeface="Arial"/>
                <a:cs typeface="Arial"/>
                <a:sym typeface="Arial"/>
              </a:defRPr>
            </a:lvl1pPr>
            <a:lvl2pPr marL="590550" indent="-133350">
              <a:buFontTx/>
              <a:defRPr sz="1400">
                <a:solidFill>
                  <a:srgbClr val="303030"/>
                </a:solidFill>
                <a:latin typeface="Arial"/>
                <a:ea typeface="Arial"/>
                <a:cs typeface="Arial"/>
                <a:sym typeface="Arial"/>
              </a:defRPr>
            </a:lvl2pPr>
            <a:lvl3pPr marL="1074419" indent="-160019">
              <a:buFontTx/>
              <a:defRPr sz="1400">
                <a:solidFill>
                  <a:srgbClr val="303030"/>
                </a:solidFill>
                <a:latin typeface="Arial"/>
                <a:ea typeface="Arial"/>
                <a:cs typeface="Arial"/>
                <a:sym typeface="Arial"/>
              </a:defRPr>
            </a:lvl3pPr>
            <a:lvl4pPr marL="1549400" indent="-177800">
              <a:buFontTx/>
              <a:defRPr sz="1400">
                <a:solidFill>
                  <a:srgbClr val="303030"/>
                </a:solidFill>
                <a:latin typeface="Arial"/>
                <a:ea typeface="Arial"/>
                <a:cs typeface="Arial"/>
                <a:sym typeface="Arial"/>
              </a:defRPr>
            </a:lvl4pPr>
            <a:lvl5pPr marL="2006600" indent="-177800">
              <a:buFontTx/>
              <a:defRPr sz="1400">
                <a:solidFill>
                  <a:srgbClr val="303030"/>
                </a:solidFill>
                <a:latin typeface="Arial"/>
                <a:ea typeface="Arial"/>
                <a:cs typeface="Arial"/>
                <a:sym typeface="Arial"/>
              </a:defRPr>
            </a:lvl5pPr>
          </a:lstStyle>
          <a:p>
            <a:r>
              <a:t>Section 01</a:t>
            </a:r>
          </a:p>
        </p:txBody>
      </p:sp>
      <p:sp>
        <p:nvSpPr>
          <p:cNvPr id="11" name="Slide Number">
            <a:extLst>
              <a:ext uri="{FF2B5EF4-FFF2-40B4-BE49-F238E27FC236}">
                <a16:creationId xmlns:a16="http://schemas.microsoft.com/office/drawing/2014/main" id="{407E216F-E16C-45A6-AC1E-7424D4C29863}"/>
              </a:ext>
            </a:extLst>
          </p:cNvPr>
          <p:cNvSpPr txBox="1">
            <a:spLocks/>
          </p:cNvSpPr>
          <p:nvPr/>
        </p:nvSpPr>
        <p:spPr>
          <a:xfrm>
            <a:off x="558364" y="6472641"/>
            <a:ext cx="233395" cy="230832"/>
          </a:xfrm>
          <a:prstGeom prst="rect">
            <a:avLst/>
          </a:prstGeom>
          <a:ln w="12700">
            <a:miter lim="400000"/>
          </a:ln>
        </p:spPr>
        <p:txBody>
          <a:bodyPr wrap="none" lIns="45719" rIns="45719">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chemeClr val="bg1"/>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solidFill>
                  <a:schemeClr val="bg2"/>
                </a:solidFill>
              </a:rPr>
              <a:pPr/>
              <a:t>‹#›</a:t>
            </a:fld>
            <a:endParaRPr lang="en-US">
              <a:solidFill>
                <a:schemeClr val="bg2"/>
              </a:solidFill>
            </a:endParaRPr>
          </a:p>
        </p:txBody>
      </p:sp>
      <p:sp>
        <p:nvSpPr>
          <p:cNvPr id="12" name="TextBox 7">
            <a:extLst>
              <a:ext uri="{FF2B5EF4-FFF2-40B4-BE49-F238E27FC236}">
                <a16:creationId xmlns:a16="http://schemas.microsoft.com/office/drawing/2014/main" id="{DE3BB351-D03E-4864-A3BE-0866BD70538D}"/>
              </a:ext>
            </a:extLst>
          </p:cNvPr>
          <p:cNvSpPr txBox="1"/>
          <p:nvPr/>
        </p:nvSpPr>
        <p:spPr>
          <a:xfrm>
            <a:off x="865093" y="6478069"/>
            <a:ext cx="979547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solidFill>
                  <a:schemeClr val="bg2"/>
                </a:solidFill>
              </a:rPr>
              <a:t>Copyright © 2021 Exabeam, Inc. All Rights Reserved. Confidential.</a:t>
            </a:r>
          </a:p>
        </p:txBody>
      </p:sp>
    </p:spTree>
    <p:extLst>
      <p:ext uri="{BB962C8B-B14F-4D97-AF65-F5344CB8AC3E}">
        <p14:creationId xmlns:p14="http://schemas.microsoft.com/office/powerpoint/2010/main" val="368797346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reserve="1">
  <p:cSld name="Quote">
    <p:bg>
      <p:bgPr>
        <a:solidFill>
          <a:srgbClr val="303030"/>
        </a:solidFill>
        <a:effectLst/>
      </p:bgPr>
    </p:bg>
    <p:spTree>
      <p:nvGrpSpPr>
        <p:cNvPr id="1" name=""/>
        <p:cNvGrpSpPr/>
        <p:nvPr/>
      </p:nvGrpSpPr>
      <p:grpSpPr>
        <a:xfrm>
          <a:off x="0" y="0"/>
          <a:ext cx="0" cy="0"/>
          <a:chOff x="0" y="0"/>
          <a:chExt cx="0" cy="0"/>
        </a:xfrm>
      </p:grpSpPr>
      <p:pic>
        <p:nvPicPr>
          <p:cNvPr id="10" name="Picture 9" descr="A picture containing background pattern&#10;&#10;Description automatically generated">
            <a:extLst>
              <a:ext uri="{FF2B5EF4-FFF2-40B4-BE49-F238E27FC236}">
                <a16:creationId xmlns:a16="http://schemas.microsoft.com/office/drawing/2014/main" id="{39F9E9F9-7094-5842-9474-42B9C60A2188}"/>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tx1"/>
          </a:solidFill>
        </p:spPr>
      </p:pic>
      <p:sp>
        <p:nvSpPr>
          <p:cNvPr id="86" name="This page is for important quote."/>
          <p:cNvSpPr txBox="1">
            <a:spLocks noGrp="1"/>
          </p:cNvSpPr>
          <p:nvPr>
            <p:ph type="title" hasCustomPrompt="1"/>
          </p:nvPr>
        </p:nvSpPr>
        <p:spPr>
          <a:xfrm>
            <a:off x="2219024" y="1747889"/>
            <a:ext cx="9119536" cy="3768991"/>
          </a:xfrm>
          <a:prstGeom prst="rect">
            <a:avLst/>
          </a:prstGeom>
        </p:spPr>
        <p:txBody>
          <a:bodyPr anchor="t" anchorCtr="0">
            <a:normAutofit/>
          </a:bodyPr>
          <a:lstStyle>
            <a:lvl1pPr>
              <a:defRPr sz="5000">
                <a:solidFill>
                  <a:srgbClr val="3CC000"/>
                </a:solidFill>
                <a:latin typeface="Arial"/>
                <a:ea typeface="Arial"/>
                <a:cs typeface="Arial"/>
                <a:sym typeface="Arial"/>
              </a:defRPr>
            </a:lvl1pPr>
          </a:lstStyle>
          <a:p>
            <a:r>
              <a:t>This page is for </a:t>
            </a:r>
            <a:r>
              <a:rPr lang="en-US"/>
              <a:t>an </a:t>
            </a:r>
            <a:r>
              <a:t>important quote.</a:t>
            </a:r>
          </a:p>
        </p:txBody>
      </p:sp>
      <p:sp>
        <p:nvSpPr>
          <p:cNvPr id="87" name="Body Level One…"/>
          <p:cNvSpPr txBox="1">
            <a:spLocks noGrp="1"/>
          </p:cNvSpPr>
          <p:nvPr>
            <p:ph type="body" sz="quarter" idx="1" hasCustomPrompt="1"/>
          </p:nvPr>
        </p:nvSpPr>
        <p:spPr>
          <a:xfrm>
            <a:off x="2219024" y="5750068"/>
            <a:ext cx="9144001" cy="365126"/>
          </a:xfrm>
          <a:prstGeom prst="rect">
            <a:avLst/>
          </a:prstGeom>
        </p:spPr>
        <p:txBody>
          <a:bodyPr>
            <a:normAutofit/>
          </a:bodyPr>
          <a:lstStyle>
            <a:lvl1pPr marL="0" indent="0">
              <a:buSzTx/>
              <a:buFontTx/>
              <a:buNone/>
              <a:defRPr sz="1600">
                <a:solidFill>
                  <a:srgbClr val="3CC000"/>
                </a:solidFill>
                <a:latin typeface="Arial"/>
                <a:ea typeface="Arial"/>
                <a:cs typeface="Arial"/>
                <a:sym typeface="Arial"/>
              </a:defRPr>
            </a:lvl1pPr>
            <a:lvl2pPr marL="0" indent="457200">
              <a:buSzTx/>
              <a:buFontTx/>
              <a:buNone/>
              <a:defRPr sz="1600">
                <a:solidFill>
                  <a:srgbClr val="3AC101"/>
                </a:solidFill>
                <a:latin typeface="Arial"/>
                <a:ea typeface="Arial"/>
                <a:cs typeface="Arial"/>
                <a:sym typeface="Arial"/>
              </a:defRPr>
            </a:lvl2pPr>
            <a:lvl3pPr marL="0" indent="914400">
              <a:buSzTx/>
              <a:buFontTx/>
              <a:buNone/>
              <a:defRPr sz="1600">
                <a:solidFill>
                  <a:srgbClr val="3AC101"/>
                </a:solidFill>
                <a:latin typeface="Arial"/>
                <a:ea typeface="Arial"/>
                <a:cs typeface="Arial"/>
                <a:sym typeface="Arial"/>
              </a:defRPr>
            </a:lvl3pPr>
            <a:lvl4pPr marL="0" indent="1371600">
              <a:buSzTx/>
              <a:buFontTx/>
              <a:buNone/>
              <a:defRPr sz="1600">
                <a:solidFill>
                  <a:srgbClr val="3AC101"/>
                </a:solidFill>
                <a:latin typeface="Arial"/>
                <a:ea typeface="Arial"/>
                <a:cs typeface="Arial"/>
                <a:sym typeface="Arial"/>
              </a:defRPr>
            </a:lvl4pPr>
            <a:lvl5pPr marL="0" indent="1828800">
              <a:buSzTx/>
              <a:buFontTx/>
              <a:buNone/>
              <a:defRPr sz="1600">
                <a:solidFill>
                  <a:srgbClr val="3AC101"/>
                </a:solidFill>
                <a:latin typeface="Arial"/>
                <a:ea typeface="Arial"/>
                <a:cs typeface="Arial"/>
                <a:sym typeface="Arial"/>
              </a:defRPr>
            </a:lvl5pPr>
          </a:lstStyle>
          <a:p>
            <a:r>
              <a:t>Quote Attribution</a:t>
            </a:r>
          </a:p>
          <a:p>
            <a:pPr lvl="1"/>
            <a:endParaRPr/>
          </a:p>
          <a:p>
            <a:pPr lvl="2"/>
            <a:endParaRPr/>
          </a:p>
          <a:p>
            <a:pPr lvl="3"/>
            <a:endParaRPr/>
          </a:p>
          <a:p>
            <a:pPr lvl="4"/>
            <a:endParaRPr/>
          </a:p>
        </p:txBody>
      </p:sp>
      <p:sp>
        <p:nvSpPr>
          <p:cNvPr id="88" name="Rectangle 16"/>
          <p:cNvSpPr/>
          <p:nvPr/>
        </p:nvSpPr>
        <p:spPr>
          <a:xfrm>
            <a:off x="-20321" y="-7868"/>
            <a:ext cx="635432" cy="635432"/>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89" name="Picture 2" descr="Picture 2"/>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flipH="1">
            <a:off x="615109" y="1878039"/>
            <a:ext cx="802063" cy="631234"/>
          </a:xfrm>
          <a:prstGeom prst="rect">
            <a:avLst/>
          </a:prstGeom>
          <a:ln w="12700">
            <a:miter lim="400000"/>
          </a:ln>
        </p:spPr>
      </p:pic>
      <p:pic>
        <p:nvPicPr>
          <p:cNvPr id="90" name="Picture 4" descr="Picture 4"/>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8665" y="154741"/>
            <a:ext cx="397460" cy="310213"/>
          </a:xfrm>
          <a:prstGeom prst="rect">
            <a:avLst/>
          </a:prstGeom>
          <a:ln w="12700">
            <a:miter lim="400000"/>
          </a:ln>
        </p:spPr>
      </p:pic>
      <p:sp>
        <p:nvSpPr>
          <p:cNvPr id="11" name="Slide Number">
            <a:extLst>
              <a:ext uri="{FF2B5EF4-FFF2-40B4-BE49-F238E27FC236}">
                <a16:creationId xmlns:a16="http://schemas.microsoft.com/office/drawing/2014/main" id="{F7E335FE-E387-4D7C-B4FE-6084249F0307}"/>
              </a:ext>
            </a:extLst>
          </p:cNvPr>
          <p:cNvSpPr txBox="1">
            <a:spLocks noGrp="1"/>
          </p:cNvSpPr>
          <p:nvPr>
            <p:ph type="sldNum" sz="quarter" idx="2"/>
          </p:nvPr>
        </p:nvSpPr>
        <p:spPr>
          <a:xfrm>
            <a:off x="1997877" y="6472641"/>
            <a:ext cx="233395" cy="230832"/>
          </a:xfrm>
          <a:prstGeom prst="rect">
            <a:avLst/>
          </a:prstGeom>
          <a:ln w="12700">
            <a:miter lim="400000"/>
          </a:ln>
        </p:spPr>
        <p:txBody>
          <a:bodyPr wrap="none" lIns="45719" rIns="45719">
            <a:spAutoFit/>
          </a:bodyPr>
          <a:lstStyle>
            <a:lvl1pPr algn="l">
              <a:defRPr sz="900">
                <a:solidFill>
                  <a:srgbClr val="808080"/>
                </a:solidFill>
                <a:latin typeface="Arial"/>
                <a:ea typeface="Arial"/>
                <a:cs typeface="Arial"/>
                <a:sym typeface="Arial"/>
              </a:defRPr>
            </a:lvl1pPr>
          </a:lstStyle>
          <a:p>
            <a:fld id="{86CB4B4D-7CA3-9044-876B-883B54F8677D}" type="slidenum">
              <a:rPr lang="en-US" smtClean="0"/>
              <a:pPr/>
              <a:t>‹#›</a:t>
            </a:fld>
            <a:endParaRPr lang="en-US"/>
          </a:p>
        </p:txBody>
      </p:sp>
      <p:sp>
        <p:nvSpPr>
          <p:cNvPr id="12" name="TextBox 7">
            <a:extLst>
              <a:ext uri="{FF2B5EF4-FFF2-40B4-BE49-F238E27FC236}">
                <a16:creationId xmlns:a16="http://schemas.microsoft.com/office/drawing/2014/main" id="{CB61B190-F880-446C-A940-D0354EC1719A}"/>
              </a:ext>
            </a:extLst>
          </p:cNvPr>
          <p:cNvSpPr txBox="1"/>
          <p:nvPr/>
        </p:nvSpPr>
        <p:spPr>
          <a:xfrm>
            <a:off x="2224970" y="6478069"/>
            <a:ext cx="9163135" cy="22147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solidFill>
                  <a:srgbClr val="808080"/>
                </a:solidFill>
              </a:rPr>
              <a:t>Copyright © 2021 Exabeam, Inc. All Rights Reserved. Confidential.</a:t>
            </a:r>
          </a:p>
        </p:txBody>
      </p:sp>
    </p:spTree>
    <p:extLst>
      <p:ext uri="{BB962C8B-B14F-4D97-AF65-F5344CB8AC3E}">
        <p14:creationId xmlns:p14="http://schemas.microsoft.com/office/powerpoint/2010/main" val="102885828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reserve="1">
  <p:cSld name="Impact Statement">
    <p:bg>
      <p:bgPr>
        <a:solidFill>
          <a:schemeClr val="accent1"/>
        </a:solidFill>
        <a:effectLst/>
      </p:bgPr>
    </p:bg>
    <p:spTree>
      <p:nvGrpSpPr>
        <p:cNvPr id="1" name=""/>
        <p:cNvGrpSpPr/>
        <p:nvPr/>
      </p:nvGrpSpPr>
      <p:grpSpPr>
        <a:xfrm>
          <a:off x="0" y="0"/>
          <a:ext cx="0" cy="0"/>
          <a:chOff x="0" y="0"/>
          <a:chExt cx="0" cy="0"/>
        </a:xfrm>
      </p:grpSpPr>
      <p:pic>
        <p:nvPicPr>
          <p:cNvPr id="9" name="Picture 8" descr="A picture containing background pattern&#10;&#10;Description automatically generated">
            <a:extLst>
              <a:ext uri="{FF2B5EF4-FFF2-40B4-BE49-F238E27FC236}">
                <a16:creationId xmlns:a16="http://schemas.microsoft.com/office/drawing/2014/main" id="{D1C1585A-4A09-F24A-B234-916A937426AF}"/>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accent1"/>
          </a:solidFill>
        </p:spPr>
      </p:pic>
      <p:sp>
        <p:nvSpPr>
          <p:cNvPr id="99" name="This page is for impact statements. If you have a big point to drive home, use this slide."/>
          <p:cNvSpPr txBox="1">
            <a:spLocks noGrp="1"/>
          </p:cNvSpPr>
          <p:nvPr>
            <p:ph type="title" hasCustomPrompt="1"/>
          </p:nvPr>
        </p:nvSpPr>
        <p:spPr>
          <a:xfrm>
            <a:off x="615109" y="1807244"/>
            <a:ext cx="9372953" cy="4160419"/>
          </a:xfrm>
          <a:prstGeom prst="rect">
            <a:avLst/>
          </a:prstGeom>
        </p:spPr>
        <p:txBody>
          <a:bodyPr anchor="t" anchorCtr="0">
            <a:normAutofit/>
          </a:bodyPr>
          <a:lstStyle>
            <a:lvl1pPr>
              <a:defRPr sz="5000">
                <a:solidFill>
                  <a:srgbClr val="FFFFFF"/>
                </a:solidFill>
                <a:latin typeface="Arial"/>
                <a:ea typeface="Arial"/>
                <a:cs typeface="Arial"/>
                <a:sym typeface="Arial"/>
              </a:defRPr>
            </a:lvl1pPr>
          </a:lstStyle>
          <a:p>
            <a:r>
              <a:t>This page is for impact statements. If you have a big point to drive home, use this slide.</a:t>
            </a:r>
          </a:p>
        </p:txBody>
      </p:sp>
      <p:sp>
        <p:nvSpPr>
          <p:cNvPr id="100" name="Rectangle 18"/>
          <p:cNvSpPr/>
          <p:nvPr/>
        </p:nvSpPr>
        <p:spPr>
          <a:xfrm>
            <a:off x="-20321" y="-7868"/>
            <a:ext cx="635432" cy="635432"/>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101" name="Picture 21" descr="Picture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665" y="154741"/>
            <a:ext cx="397460" cy="310213"/>
          </a:xfrm>
          <a:prstGeom prst="rect">
            <a:avLst/>
          </a:prstGeom>
          <a:ln w="12700">
            <a:miter lim="400000"/>
          </a:ln>
        </p:spPr>
      </p:pic>
      <p:sp>
        <p:nvSpPr>
          <p:cNvPr id="7" name="Slide Number">
            <a:extLst>
              <a:ext uri="{FF2B5EF4-FFF2-40B4-BE49-F238E27FC236}">
                <a16:creationId xmlns:a16="http://schemas.microsoft.com/office/drawing/2014/main" id="{E7CF1512-0212-4E32-999A-63D5D7CF61C0}"/>
              </a:ext>
            </a:extLst>
          </p:cNvPr>
          <p:cNvSpPr txBox="1">
            <a:spLocks noGrp="1"/>
          </p:cNvSpPr>
          <p:nvPr>
            <p:ph type="sldNum" sz="quarter" idx="2"/>
          </p:nvPr>
        </p:nvSpPr>
        <p:spPr>
          <a:xfrm>
            <a:off x="426984" y="6472641"/>
            <a:ext cx="233395" cy="230832"/>
          </a:xfrm>
          <a:prstGeom prst="rect">
            <a:avLst/>
          </a:prstGeom>
          <a:ln w="12700">
            <a:miter lim="400000"/>
          </a:ln>
        </p:spPr>
        <p:txBody>
          <a:bodyPr wrap="none" lIns="45719" rIns="45719">
            <a:spAutoFit/>
          </a:bodyPr>
          <a:lstStyle>
            <a:lvl1pPr algn="l">
              <a:defRPr sz="900">
                <a:solidFill>
                  <a:schemeClr val="bg1"/>
                </a:solidFill>
                <a:latin typeface="Arial"/>
                <a:ea typeface="Arial"/>
                <a:cs typeface="Arial"/>
                <a:sym typeface="Arial"/>
              </a:defRPr>
            </a:lvl1pPr>
          </a:lstStyle>
          <a:p>
            <a:fld id="{86CB4B4D-7CA3-9044-876B-883B54F8677D}" type="slidenum">
              <a:rPr lang="en-US" smtClean="0"/>
              <a:pPr/>
              <a:t>‹#›</a:t>
            </a:fld>
            <a:endParaRPr lang="en-US"/>
          </a:p>
        </p:txBody>
      </p:sp>
      <p:sp>
        <p:nvSpPr>
          <p:cNvPr id="8" name="TextBox 7">
            <a:extLst>
              <a:ext uri="{FF2B5EF4-FFF2-40B4-BE49-F238E27FC236}">
                <a16:creationId xmlns:a16="http://schemas.microsoft.com/office/drawing/2014/main" id="{391AB7B8-49AF-428D-921D-DC7F2632EEFC}"/>
              </a:ext>
            </a:extLst>
          </p:cNvPr>
          <p:cNvSpPr txBox="1"/>
          <p:nvPr/>
        </p:nvSpPr>
        <p:spPr>
          <a:xfrm>
            <a:off x="665800" y="6478069"/>
            <a:ext cx="9340842"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solidFill>
                  <a:schemeClr val="bg1"/>
                </a:solidFill>
              </a:rPr>
              <a:t>Copyright © 2021 Exabeam, Inc. All Rights Reserved. Confidential.</a:t>
            </a:r>
          </a:p>
        </p:txBody>
      </p:sp>
    </p:spTree>
    <p:extLst>
      <p:ext uri="{BB962C8B-B14F-4D97-AF65-F5344CB8AC3E}">
        <p14:creationId xmlns:p14="http://schemas.microsoft.com/office/powerpoint/2010/main" val="1071398396"/>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8159-1A08-49C1-A803-19373208BE20}"/>
              </a:ext>
            </a:extLst>
          </p:cNvPr>
          <p:cNvSpPr>
            <a:spLocks noGrp="1"/>
          </p:cNvSpPr>
          <p:nvPr>
            <p:ph type="title" hasCustomPrompt="1"/>
          </p:nvPr>
        </p:nvSpPr>
        <p:spPr/>
        <p:txBody>
          <a:bodyPr/>
          <a:lstStyle>
            <a:lvl1pPr>
              <a:defRPr/>
            </a:lvl1pPr>
          </a:lstStyle>
          <a:p>
            <a:r>
              <a:rPr lang="en-US"/>
              <a:t>Title Only</a:t>
            </a:r>
          </a:p>
        </p:txBody>
      </p:sp>
      <p:sp>
        <p:nvSpPr>
          <p:cNvPr id="6" name="Slide Number">
            <a:extLst>
              <a:ext uri="{FF2B5EF4-FFF2-40B4-BE49-F238E27FC236}">
                <a16:creationId xmlns:a16="http://schemas.microsoft.com/office/drawing/2014/main" id="{EA43AD93-24DB-49DF-B422-C02470770033}"/>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75880320"/>
      </p:ext>
    </p:extLst>
  </p:cSld>
  <p:clrMapOvr>
    <a:masterClrMapping/>
  </p:clrMapOvr>
  <p:transition spd="med"/>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with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8159-1A08-49C1-A803-19373208BE20}"/>
              </a:ext>
            </a:extLst>
          </p:cNvPr>
          <p:cNvSpPr>
            <a:spLocks noGrp="1"/>
          </p:cNvSpPr>
          <p:nvPr>
            <p:ph type="title" hasCustomPrompt="1"/>
          </p:nvPr>
        </p:nvSpPr>
        <p:spPr/>
        <p:txBody>
          <a:bodyPr/>
          <a:lstStyle>
            <a:lvl1pPr>
              <a:defRPr/>
            </a:lvl1pPr>
          </a:lstStyle>
          <a:p>
            <a:r>
              <a:rPr lang="en-US"/>
              <a:t>Title with Subhead</a:t>
            </a:r>
          </a:p>
        </p:txBody>
      </p:sp>
      <p:sp>
        <p:nvSpPr>
          <p:cNvPr id="6" name="Slide Number">
            <a:extLst>
              <a:ext uri="{FF2B5EF4-FFF2-40B4-BE49-F238E27FC236}">
                <a16:creationId xmlns:a16="http://schemas.microsoft.com/office/drawing/2014/main" id="{EA43AD93-24DB-49DF-B422-C02470770033}"/>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9" name="Body Level One…">
            <a:extLst>
              <a:ext uri="{FF2B5EF4-FFF2-40B4-BE49-F238E27FC236}">
                <a16:creationId xmlns:a16="http://schemas.microsoft.com/office/drawing/2014/main" id="{A655BE67-4640-419E-AF76-135E400602FC}"/>
              </a:ext>
            </a:extLst>
          </p:cNvPr>
          <p:cNvSpPr txBox="1">
            <a:spLocks noGrp="1"/>
          </p:cNvSpPr>
          <p:nvPr>
            <p:ph type="body" sz="quarter" idx="1" hasCustomPrompt="1"/>
          </p:nvPr>
        </p:nvSpPr>
        <p:spPr>
          <a:xfrm>
            <a:off x="566055" y="1025911"/>
            <a:ext cx="10863945"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82426800"/>
      </p:ext>
    </p:extLst>
  </p:cSld>
  <p:clrMapOvr>
    <a:masterClrMapping/>
  </p:clrMapOvr>
  <p:transition spd="med"/>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Body">
    <p:spTree>
      <p:nvGrpSpPr>
        <p:cNvPr id="1" name=""/>
        <p:cNvGrpSpPr/>
        <p:nvPr/>
      </p:nvGrpSpPr>
      <p:grpSpPr>
        <a:xfrm>
          <a:off x="0" y="0"/>
          <a:ext cx="0" cy="0"/>
          <a:chOff x="0" y="0"/>
          <a:chExt cx="0" cy="0"/>
        </a:xfrm>
      </p:grpSpPr>
      <p:sp>
        <p:nvSpPr>
          <p:cNvPr id="111" name="Slide Number"/>
          <p:cNvSpPr txBox="1">
            <a:spLocks noGrp="1"/>
          </p:cNvSpPr>
          <p:nvPr>
            <p:ph type="sldNum" sz="quarter" idx="2"/>
          </p:nvPr>
        </p:nvSpPr>
        <p:spPr>
          <a:prstGeom prst="rect">
            <a:avLst/>
          </a:prstGeom>
        </p:spPr>
        <p:txBody>
          <a:bodyPr/>
          <a:lstStyle>
            <a:lvl1pPr>
              <a:defRPr>
                <a:solidFill>
                  <a:schemeClr val="accent1"/>
                </a:solidFill>
              </a:defRPr>
            </a:lvl1pPr>
          </a:lstStyle>
          <a:p>
            <a:fld id="{86CB4B4D-7CA3-9044-876B-883B54F8677D}" type="slidenum">
              <a:rPr lang="en-US" smtClean="0"/>
              <a:pPr/>
              <a:t>‹#›</a:t>
            </a:fld>
            <a:endParaRPr lang="en-US"/>
          </a:p>
        </p:txBody>
      </p:sp>
      <p:sp>
        <p:nvSpPr>
          <p:cNvPr id="112" name="Body Level One…"/>
          <p:cNvSpPr txBox="1">
            <a:spLocks noGrp="1"/>
          </p:cNvSpPr>
          <p:nvPr>
            <p:ph type="body" sz="half" idx="1" hasCustomPrompt="1"/>
          </p:nvPr>
        </p:nvSpPr>
        <p:spPr>
          <a:xfrm>
            <a:off x="566055" y="1161535"/>
            <a:ext cx="10863945" cy="4942703"/>
          </a:xfrm>
          <a:prstGeom prst="rect">
            <a:avLst/>
          </a:prstGeom>
        </p:spPr>
        <p:txBody>
          <a:bodyPr>
            <a:normAutofit/>
          </a:bodyPr>
          <a:lstStyle>
            <a:lvl1pPr marL="0" indent="0">
              <a:lnSpc>
                <a:spcPct val="100000"/>
              </a:lnSpc>
              <a:spcBef>
                <a:spcPts val="1000"/>
              </a:spcBef>
              <a:buSzTx/>
              <a:buFontTx/>
              <a:buNone/>
              <a:defRPr sz="1800">
                <a:solidFill>
                  <a:srgbClr val="303030"/>
                </a:solidFill>
                <a:latin typeface="Arial"/>
                <a:ea typeface="Arial"/>
                <a:cs typeface="Arial"/>
                <a:sym typeface="Arial"/>
              </a:defRPr>
            </a:lvl1pPr>
            <a:lvl2pPr marL="561975" indent="-104775">
              <a:lnSpc>
                <a:spcPct val="100000"/>
              </a:lnSpc>
              <a:spcBef>
                <a:spcPts val="1000"/>
              </a:spcBef>
              <a:buFontTx/>
              <a:defRPr sz="1400">
                <a:solidFill>
                  <a:srgbClr val="303030"/>
                </a:solidFill>
                <a:latin typeface="Arial"/>
                <a:ea typeface="Arial"/>
                <a:cs typeface="Arial"/>
                <a:sym typeface="Arial"/>
              </a:defRPr>
            </a:lvl2pPr>
            <a:lvl3pPr marL="1040130" indent="-125730">
              <a:lnSpc>
                <a:spcPct val="100000"/>
              </a:lnSpc>
              <a:spcBef>
                <a:spcPts val="1000"/>
              </a:spcBef>
              <a:buFontTx/>
              <a:defRPr sz="1200">
                <a:solidFill>
                  <a:srgbClr val="303030"/>
                </a:solidFill>
                <a:latin typeface="Arial"/>
                <a:ea typeface="Arial"/>
                <a:cs typeface="Arial"/>
                <a:sym typeface="Arial"/>
              </a:defRPr>
            </a:lvl3pPr>
            <a:lvl4pPr marL="1511300" indent="-139700">
              <a:lnSpc>
                <a:spcPct val="100000"/>
              </a:lnSpc>
              <a:spcBef>
                <a:spcPts val="1000"/>
              </a:spcBef>
              <a:buFontTx/>
              <a:defRPr sz="1200">
                <a:solidFill>
                  <a:srgbClr val="303030"/>
                </a:solidFill>
                <a:latin typeface="Arial"/>
                <a:ea typeface="Arial"/>
                <a:cs typeface="Arial"/>
                <a:sym typeface="Arial"/>
              </a:defRPr>
            </a:lvl4pPr>
            <a:lvl5pPr marL="1968500" indent="-139700">
              <a:lnSpc>
                <a:spcPct val="100000"/>
              </a:lnSpc>
              <a:spcBef>
                <a:spcPts val="1000"/>
              </a:spcBef>
              <a:buFontTx/>
              <a:defRPr sz="1200">
                <a:solidFill>
                  <a:srgbClr val="303030"/>
                </a:solidFill>
                <a:latin typeface="Arial"/>
                <a:ea typeface="Arial"/>
                <a:cs typeface="Arial"/>
                <a:sym typeface="Arial"/>
              </a:defRPr>
            </a:lvl5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a:t>
            </a:r>
            <a:r>
              <a:rPr lang="en-US"/>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 name="Title 1">
            <a:extLst>
              <a:ext uri="{FF2B5EF4-FFF2-40B4-BE49-F238E27FC236}">
                <a16:creationId xmlns:a16="http://schemas.microsoft.com/office/drawing/2014/main" id="{2A1E4AC7-7C7E-40F4-9C5F-209FD09296FB}"/>
              </a:ext>
            </a:extLst>
          </p:cNvPr>
          <p:cNvSpPr>
            <a:spLocks noGrp="1"/>
          </p:cNvSpPr>
          <p:nvPr>
            <p:ph type="title" hasCustomPrompt="1"/>
          </p:nvPr>
        </p:nvSpPr>
        <p:spPr/>
        <p:txBody>
          <a:bodyPr/>
          <a:lstStyle>
            <a:lvl1pPr>
              <a:defRPr/>
            </a:lvl1pPr>
          </a:lstStyle>
          <a:p>
            <a:r>
              <a:rPr lang="en-US"/>
              <a:t>Large Body</a:t>
            </a:r>
          </a:p>
        </p:txBody>
      </p:sp>
    </p:spTree>
    <p:extLst>
      <p:ext uri="{BB962C8B-B14F-4D97-AF65-F5344CB8AC3E}">
        <p14:creationId xmlns:p14="http://schemas.microsoft.com/office/powerpoint/2010/main" val="248438869"/>
      </p:ext>
    </p:extLst>
  </p:cSld>
  <p:clrMapOvr>
    <a:masterClrMapping/>
  </p:clrMapOvr>
  <p:transition spd="med"/>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0" name="Slide Number"/>
          <p:cNvSpPr txBox="1">
            <a:spLocks noGrp="1"/>
          </p:cNvSpPr>
          <p:nvPr>
            <p:ph type="sldNum" sz="quarter" idx="2"/>
          </p:nvPr>
        </p:nvSpPr>
        <p:spPr>
          <a:prstGeom prst="rect">
            <a:avLst/>
          </a:prstGeom>
        </p:spPr>
        <p:txBody>
          <a:bodyPr/>
          <a:lstStyle>
            <a:lvl1pPr>
              <a:defRPr>
                <a:solidFill>
                  <a:schemeClr val="accent1"/>
                </a:solidFill>
              </a:defRPr>
            </a:lvl1pPr>
          </a:lstStyle>
          <a:p>
            <a:fld id="{86CB4B4D-7CA3-9044-876B-883B54F8677D}" type="slidenum">
              <a:rPr lang="en-US" smtClean="0"/>
              <a:pPr/>
              <a:t>‹#›</a:t>
            </a:fld>
            <a:endParaRPr lang="en-US"/>
          </a:p>
        </p:txBody>
      </p:sp>
      <p:sp>
        <p:nvSpPr>
          <p:cNvPr id="8" name="Text Placeholder 7">
            <a:extLst>
              <a:ext uri="{FF2B5EF4-FFF2-40B4-BE49-F238E27FC236}">
                <a16:creationId xmlns:a16="http://schemas.microsoft.com/office/drawing/2014/main" id="{9E040A33-9797-4B90-AA8B-EC58F443B10E}"/>
              </a:ext>
            </a:extLst>
          </p:cNvPr>
          <p:cNvSpPr>
            <a:spLocks noGrp="1"/>
          </p:cNvSpPr>
          <p:nvPr>
            <p:ph type="body" sz="quarter" idx="10" hasCustomPrompt="1"/>
          </p:nvPr>
        </p:nvSpPr>
        <p:spPr>
          <a:xfrm>
            <a:off x="566055" y="1173893"/>
            <a:ext cx="10863945" cy="4931344"/>
          </a:xfrm>
        </p:spPr>
        <p:txBody>
          <a:bodyPr/>
          <a:lstStyle>
            <a:lvl1pPr>
              <a:spcBef>
                <a:spcPts val="1300"/>
              </a:spcBef>
              <a:defRPr/>
            </a:lvl1pPr>
            <a:lvl2pPr>
              <a:spcBef>
                <a:spcPts val="700"/>
              </a:spcBef>
              <a:spcAft>
                <a:spcPts val="200"/>
              </a:spcAft>
              <a:defRPr/>
            </a:lvl2pPr>
            <a:lvl3pPr>
              <a:spcBef>
                <a:spcPts val="400"/>
              </a:spcBef>
              <a:spcAft>
                <a:spcPts val="200"/>
              </a:spcAft>
              <a:defRPr/>
            </a:lvl3pPr>
            <a:lvl4pPr>
              <a:spcBef>
                <a:spcPts val="400"/>
              </a:spcBef>
              <a:spcAft>
                <a:spcPts val="100"/>
              </a:spcAft>
              <a:defRPr/>
            </a:lvl4pPr>
            <a:lvl5pPr>
              <a:spcBef>
                <a:spcPts val="400"/>
              </a:spcBef>
              <a:spcAft>
                <a:spcPts val="100"/>
              </a:spcAft>
              <a:defRPr/>
            </a:lvl5pPr>
          </a:lstStyle>
          <a:p>
            <a:pPr lvl="0"/>
            <a:r>
              <a:rPr lang="en-US"/>
              <a:t>Bullet Text Level 1</a:t>
            </a:r>
          </a:p>
          <a:p>
            <a:pPr lvl="1"/>
            <a:r>
              <a:rPr lang="en-US"/>
              <a:t>Body Text Level 2</a:t>
            </a:r>
          </a:p>
          <a:p>
            <a:pPr lvl="2"/>
            <a:r>
              <a:rPr lang="en-US"/>
              <a:t>Bullet Text Level 3</a:t>
            </a:r>
          </a:p>
          <a:p>
            <a:pPr lvl="3"/>
            <a:r>
              <a:rPr lang="en-US"/>
              <a:t>Bullet Text 4</a:t>
            </a:r>
          </a:p>
          <a:p>
            <a:pPr lvl="4"/>
            <a:r>
              <a:rPr lang="en-US"/>
              <a:t>Bullet Text 5</a:t>
            </a:r>
          </a:p>
        </p:txBody>
      </p:sp>
      <p:sp>
        <p:nvSpPr>
          <p:cNvPr id="2" name="Title 1">
            <a:extLst>
              <a:ext uri="{FF2B5EF4-FFF2-40B4-BE49-F238E27FC236}">
                <a16:creationId xmlns:a16="http://schemas.microsoft.com/office/drawing/2014/main" id="{152DE8FB-58C6-485F-B3A5-84DFDBBF39D0}"/>
              </a:ext>
            </a:extLst>
          </p:cNvPr>
          <p:cNvSpPr>
            <a:spLocks noGrp="1"/>
          </p:cNvSpPr>
          <p:nvPr>
            <p:ph type="title" hasCustomPrompt="1"/>
          </p:nvPr>
        </p:nvSpPr>
        <p:spPr/>
        <p:txBody>
          <a:bodyPr/>
          <a:lstStyle>
            <a:lvl1pPr>
              <a:defRPr/>
            </a:lvl1pPr>
          </a:lstStyle>
          <a:p>
            <a:r>
              <a:rPr lang="en-US"/>
              <a:t>Title and Content</a:t>
            </a:r>
          </a:p>
        </p:txBody>
      </p:sp>
    </p:spTree>
    <p:extLst>
      <p:ext uri="{BB962C8B-B14F-4D97-AF65-F5344CB8AC3E}">
        <p14:creationId xmlns:p14="http://schemas.microsoft.com/office/powerpoint/2010/main" val="3236394088"/>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 with Subhead">
    <p:spTree>
      <p:nvGrpSpPr>
        <p:cNvPr id="1" name=""/>
        <p:cNvGrpSpPr/>
        <p:nvPr/>
      </p:nvGrpSpPr>
      <p:grpSpPr>
        <a:xfrm>
          <a:off x="0" y="0"/>
          <a:ext cx="0" cy="0"/>
          <a:chOff x="0" y="0"/>
          <a:chExt cx="0" cy="0"/>
        </a:xfrm>
      </p:grpSpPr>
      <p:sp>
        <p:nvSpPr>
          <p:cNvPr id="160" name="Slide Number"/>
          <p:cNvSpPr txBox="1">
            <a:spLocks noGrp="1"/>
          </p:cNvSpPr>
          <p:nvPr>
            <p:ph type="sldNum" sz="quarter" idx="2"/>
          </p:nvPr>
        </p:nvSpPr>
        <p:spPr>
          <a:prstGeom prst="rect">
            <a:avLst/>
          </a:prstGeom>
        </p:spPr>
        <p:txBody>
          <a:bodyPr/>
          <a:lstStyle>
            <a:lvl1pPr>
              <a:defRPr>
                <a:solidFill>
                  <a:schemeClr val="accent1"/>
                </a:solidFill>
              </a:defRPr>
            </a:lvl1pPr>
          </a:lstStyle>
          <a:p>
            <a:fld id="{86CB4B4D-7CA3-9044-876B-883B54F8677D}" type="slidenum">
              <a:rPr lang="en-US" smtClean="0"/>
              <a:pPr/>
              <a:t>‹#›</a:t>
            </a:fld>
            <a:endParaRPr lang="en-US"/>
          </a:p>
        </p:txBody>
      </p:sp>
      <p:sp>
        <p:nvSpPr>
          <p:cNvPr id="8" name="Text Placeholder 7">
            <a:extLst>
              <a:ext uri="{FF2B5EF4-FFF2-40B4-BE49-F238E27FC236}">
                <a16:creationId xmlns:a16="http://schemas.microsoft.com/office/drawing/2014/main" id="{9E040A33-9797-4B90-AA8B-EC58F443B10E}"/>
              </a:ext>
            </a:extLst>
          </p:cNvPr>
          <p:cNvSpPr>
            <a:spLocks noGrp="1"/>
          </p:cNvSpPr>
          <p:nvPr>
            <p:ph type="body" sz="quarter" idx="10" hasCustomPrompt="1"/>
          </p:nvPr>
        </p:nvSpPr>
        <p:spPr>
          <a:xfrm>
            <a:off x="566055" y="1460810"/>
            <a:ext cx="10863945" cy="4655785"/>
          </a:xfrm>
        </p:spPr>
        <p:txBody>
          <a:bodyPr/>
          <a:lstStyle>
            <a:lvl1pPr>
              <a:spcBef>
                <a:spcPts val="1300"/>
              </a:spcBef>
              <a:defRPr/>
            </a:lvl1pPr>
            <a:lvl2pPr>
              <a:spcBef>
                <a:spcPts val="700"/>
              </a:spcBef>
              <a:spcAft>
                <a:spcPts val="200"/>
              </a:spcAft>
              <a:defRPr/>
            </a:lvl2pPr>
            <a:lvl3pPr>
              <a:spcBef>
                <a:spcPts val="400"/>
              </a:spcBef>
              <a:spcAft>
                <a:spcPts val="200"/>
              </a:spcAft>
              <a:defRPr/>
            </a:lvl3pPr>
            <a:lvl4pPr>
              <a:spcBef>
                <a:spcPts val="400"/>
              </a:spcBef>
              <a:spcAft>
                <a:spcPts val="100"/>
              </a:spcAft>
              <a:defRPr/>
            </a:lvl4pPr>
            <a:lvl5pPr>
              <a:spcBef>
                <a:spcPts val="400"/>
              </a:spcBef>
              <a:spcAft>
                <a:spcPts val="100"/>
              </a:spcAft>
              <a:defRPr/>
            </a:lvl5pPr>
          </a:lstStyle>
          <a:p>
            <a:pPr lvl="0"/>
            <a:r>
              <a:rPr lang="en-US"/>
              <a:t>Bullet Text Level 1</a:t>
            </a:r>
          </a:p>
          <a:p>
            <a:pPr lvl="1"/>
            <a:r>
              <a:rPr lang="en-US"/>
              <a:t>Body Text Level 2</a:t>
            </a:r>
          </a:p>
          <a:p>
            <a:pPr lvl="2"/>
            <a:r>
              <a:rPr lang="en-US"/>
              <a:t>Bullet Text Level 3</a:t>
            </a:r>
          </a:p>
          <a:p>
            <a:pPr lvl="3"/>
            <a:r>
              <a:rPr lang="en-US"/>
              <a:t>Bullet Text 4</a:t>
            </a:r>
          </a:p>
          <a:p>
            <a:pPr lvl="4"/>
            <a:r>
              <a:rPr lang="en-US"/>
              <a:t>Bullet Text 5</a:t>
            </a:r>
          </a:p>
        </p:txBody>
      </p:sp>
      <p:sp>
        <p:nvSpPr>
          <p:cNvPr id="2" name="Title 1">
            <a:extLst>
              <a:ext uri="{FF2B5EF4-FFF2-40B4-BE49-F238E27FC236}">
                <a16:creationId xmlns:a16="http://schemas.microsoft.com/office/drawing/2014/main" id="{152DE8FB-58C6-485F-B3A5-84DFDBBF39D0}"/>
              </a:ext>
            </a:extLst>
          </p:cNvPr>
          <p:cNvSpPr>
            <a:spLocks noGrp="1"/>
          </p:cNvSpPr>
          <p:nvPr>
            <p:ph type="title" hasCustomPrompt="1"/>
          </p:nvPr>
        </p:nvSpPr>
        <p:spPr/>
        <p:txBody>
          <a:bodyPr>
            <a:normAutofit/>
          </a:bodyPr>
          <a:lstStyle>
            <a:lvl1pPr>
              <a:defRPr/>
            </a:lvl1pPr>
          </a:lstStyle>
          <a:p>
            <a:r>
              <a:rPr lang="en-US"/>
              <a:t>Title and Content with Subhead</a:t>
            </a:r>
          </a:p>
        </p:txBody>
      </p:sp>
      <p:sp>
        <p:nvSpPr>
          <p:cNvPr id="11" name="Body Level One…">
            <a:extLst>
              <a:ext uri="{FF2B5EF4-FFF2-40B4-BE49-F238E27FC236}">
                <a16:creationId xmlns:a16="http://schemas.microsoft.com/office/drawing/2014/main" id="{B46AC22C-E408-47E9-9A7C-517DB56D1386}"/>
              </a:ext>
            </a:extLst>
          </p:cNvPr>
          <p:cNvSpPr txBox="1">
            <a:spLocks noGrp="1"/>
          </p:cNvSpPr>
          <p:nvPr>
            <p:ph type="body" sz="quarter" idx="1" hasCustomPrompt="1"/>
          </p:nvPr>
        </p:nvSpPr>
        <p:spPr>
          <a:xfrm>
            <a:off x="566055" y="1025911"/>
            <a:ext cx="10863945"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3956111185"/>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2" name="Text Placeholder 13"/>
          <p:cNvSpPr>
            <a:spLocks noGrp="1"/>
          </p:cNvSpPr>
          <p:nvPr>
            <p:ph type="body" sz="quarter" idx="21" hasCustomPrompt="1"/>
          </p:nvPr>
        </p:nvSpPr>
        <p:spPr>
          <a:xfrm>
            <a:off x="577065" y="1173893"/>
            <a:ext cx="4937760" cy="4905632"/>
          </a:xfrm>
          <a:prstGeom prst="rect">
            <a:avLst/>
          </a:prstGeom>
        </p:spPr>
        <p:txBody>
          <a:bodyPr>
            <a:normAutofit/>
          </a:bodyPr>
          <a:lstStyle>
            <a:lvl1pPr marL="0" indent="0">
              <a:lnSpc>
                <a:spcPct val="100000"/>
              </a:lnSpc>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123" name="Text Placeholder 13"/>
          <p:cNvSpPr>
            <a:spLocks noGrp="1"/>
          </p:cNvSpPr>
          <p:nvPr>
            <p:ph type="body" sz="quarter" idx="22" hasCustomPrompt="1"/>
          </p:nvPr>
        </p:nvSpPr>
        <p:spPr>
          <a:xfrm>
            <a:off x="6037667" y="1173893"/>
            <a:ext cx="4937760" cy="4905632"/>
          </a:xfrm>
          <a:prstGeom prst="rect">
            <a:avLst/>
          </a:prstGeom>
        </p:spPr>
        <p:txBody>
          <a:bodyPr>
            <a:normAutofit/>
          </a:bodyPr>
          <a:lstStyle>
            <a:lvl1pPr marL="0" indent="0">
              <a:lnSpc>
                <a:spcPct val="100000"/>
              </a:lnSpc>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 name="Title 1">
            <a:extLst>
              <a:ext uri="{FF2B5EF4-FFF2-40B4-BE49-F238E27FC236}">
                <a16:creationId xmlns:a16="http://schemas.microsoft.com/office/drawing/2014/main" id="{02E53C07-1F3B-4568-90A9-94B1C9414EE8}"/>
              </a:ext>
            </a:extLst>
          </p:cNvPr>
          <p:cNvSpPr>
            <a:spLocks noGrp="1"/>
          </p:cNvSpPr>
          <p:nvPr>
            <p:ph type="title" hasCustomPrompt="1"/>
          </p:nvPr>
        </p:nvSpPr>
        <p:spPr/>
        <p:txBody>
          <a:bodyPr/>
          <a:lstStyle>
            <a:lvl1pPr>
              <a:defRPr/>
            </a:lvl1pPr>
          </a:lstStyle>
          <a:p>
            <a:r>
              <a:rPr lang="en-US"/>
              <a:t>Two Content</a:t>
            </a:r>
          </a:p>
        </p:txBody>
      </p:sp>
    </p:spTree>
    <p:extLst>
      <p:ext uri="{BB962C8B-B14F-4D97-AF65-F5344CB8AC3E}">
        <p14:creationId xmlns:p14="http://schemas.microsoft.com/office/powerpoint/2010/main" val="2794822575"/>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 with Subhead">
    <p:spTree>
      <p:nvGrpSpPr>
        <p:cNvPr id="1" name=""/>
        <p:cNvGrpSpPr/>
        <p:nvPr/>
      </p:nvGrpSpPr>
      <p:grpSpPr>
        <a:xfrm>
          <a:off x="0" y="0"/>
          <a:ext cx="0" cy="0"/>
          <a:chOff x="0" y="0"/>
          <a:chExt cx="0" cy="0"/>
        </a:xfrm>
      </p:grpSpPr>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2" name="Text Placeholder 13"/>
          <p:cNvSpPr>
            <a:spLocks noGrp="1"/>
          </p:cNvSpPr>
          <p:nvPr>
            <p:ph type="body" sz="quarter" idx="21" hasCustomPrompt="1"/>
          </p:nvPr>
        </p:nvSpPr>
        <p:spPr>
          <a:xfrm>
            <a:off x="577065" y="1471962"/>
            <a:ext cx="4937760" cy="4595206"/>
          </a:xfrm>
          <a:prstGeom prst="rect">
            <a:avLst/>
          </a:prstGeom>
        </p:spPr>
        <p:txBody>
          <a:bodyPr>
            <a:normAutofit/>
          </a:bodyPr>
          <a:lstStyle>
            <a:lvl1pPr marL="0" indent="0">
              <a:lnSpc>
                <a:spcPct val="100000"/>
              </a:lnSpc>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123" name="Text Placeholder 13"/>
          <p:cNvSpPr>
            <a:spLocks noGrp="1"/>
          </p:cNvSpPr>
          <p:nvPr>
            <p:ph type="body" sz="quarter" idx="22" hasCustomPrompt="1"/>
          </p:nvPr>
        </p:nvSpPr>
        <p:spPr>
          <a:xfrm>
            <a:off x="6037667" y="1471962"/>
            <a:ext cx="4937760" cy="4595206"/>
          </a:xfrm>
          <a:prstGeom prst="rect">
            <a:avLst/>
          </a:prstGeom>
        </p:spPr>
        <p:txBody>
          <a:bodyPr>
            <a:normAutofit/>
          </a:bodyPr>
          <a:lstStyle>
            <a:lvl1pPr marL="0" indent="0">
              <a:lnSpc>
                <a:spcPct val="100000"/>
              </a:lnSpc>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 name="Title 1">
            <a:extLst>
              <a:ext uri="{FF2B5EF4-FFF2-40B4-BE49-F238E27FC236}">
                <a16:creationId xmlns:a16="http://schemas.microsoft.com/office/drawing/2014/main" id="{02E53C07-1F3B-4568-90A9-94B1C9414EE8}"/>
              </a:ext>
            </a:extLst>
          </p:cNvPr>
          <p:cNvSpPr>
            <a:spLocks noGrp="1"/>
          </p:cNvSpPr>
          <p:nvPr>
            <p:ph type="title" hasCustomPrompt="1"/>
          </p:nvPr>
        </p:nvSpPr>
        <p:spPr/>
        <p:txBody>
          <a:bodyPr/>
          <a:lstStyle>
            <a:lvl1pPr>
              <a:defRPr/>
            </a:lvl1pPr>
          </a:lstStyle>
          <a:p>
            <a:r>
              <a:rPr lang="en-US"/>
              <a:t>Two Content with Subhead</a:t>
            </a:r>
          </a:p>
        </p:txBody>
      </p:sp>
      <p:sp>
        <p:nvSpPr>
          <p:cNvPr id="8" name="Body Level One…">
            <a:extLst>
              <a:ext uri="{FF2B5EF4-FFF2-40B4-BE49-F238E27FC236}">
                <a16:creationId xmlns:a16="http://schemas.microsoft.com/office/drawing/2014/main" id="{E36652AD-F79A-4482-8CDC-F15A600469E9}"/>
              </a:ext>
            </a:extLst>
          </p:cNvPr>
          <p:cNvSpPr txBox="1">
            <a:spLocks noGrp="1"/>
          </p:cNvSpPr>
          <p:nvPr>
            <p:ph type="body" sz="quarter" idx="1" hasCustomPrompt="1"/>
          </p:nvPr>
        </p:nvSpPr>
        <p:spPr>
          <a:xfrm>
            <a:off x="566055" y="1025911"/>
            <a:ext cx="10863945"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42896386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0183AF31-1470-4CC7-8510-CAC79D273955}"/>
              </a:ext>
            </a:extLst>
          </p:cNvPr>
          <p:cNvSpPr>
            <a:spLocks noGrp="1"/>
          </p:cNvSpPr>
          <p:nvPr>
            <p:ph type="title" hasCustomPrompt="1"/>
          </p:nvPr>
        </p:nvSpPr>
        <p:spPr/>
        <p:txBody>
          <a:bodyPr/>
          <a:lstStyle>
            <a:lvl1pPr>
              <a:defRPr/>
            </a:lvl1pPr>
          </a:lstStyle>
          <a:p>
            <a:r>
              <a:rPr lang="en-US"/>
              <a:t>Comparison</a:t>
            </a:r>
          </a:p>
        </p:txBody>
      </p:sp>
      <p:sp>
        <p:nvSpPr>
          <p:cNvPr id="4" name="Text Placeholder 3">
            <a:extLst>
              <a:ext uri="{FF2B5EF4-FFF2-40B4-BE49-F238E27FC236}">
                <a16:creationId xmlns:a16="http://schemas.microsoft.com/office/drawing/2014/main" id="{21B231EF-8F38-4ED9-A8BF-F10105152F6E}"/>
              </a:ext>
            </a:extLst>
          </p:cNvPr>
          <p:cNvSpPr>
            <a:spLocks noGrp="1"/>
          </p:cNvSpPr>
          <p:nvPr>
            <p:ph type="body" sz="quarter" idx="25" hasCustomPrompt="1"/>
          </p:nvPr>
        </p:nvSpPr>
        <p:spPr>
          <a:xfrm>
            <a:off x="576263" y="1176338"/>
            <a:ext cx="4960937" cy="4843462"/>
          </a:xfrm>
        </p:spPr>
        <p:txBody>
          <a:bodyPr/>
          <a:lstStyle/>
          <a:p>
            <a:pPr lvl="0"/>
            <a:r>
              <a:rPr lang="en-US"/>
              <a:t>Lorem ipsum dolor sit </a:t>
            </a:r>
            <a:r>
              <a:rPr lang="en-US" err="1"/>
              <a:t>amet</a:t>
            </a:r>
            <a:r>
              <a:rPr lang="en-US"/>
              <a:t>, </a:t>
            </a:r>
            <a:r>
              <a:rPr lang="en-US" err="1"/>
              <a:t>consectetur</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74F09B88-2B1A-424A-B02D-D263C3289496}"/>
              </a:ext>
            </a:extLst>
          </p:cNvPr>
          <p:cNvSpPr>
            <a:spLocks noGrp="1"/>
          </p:cNvSpPr>
          <p:nvPr>
            <p:ph type="body" sz="quarter" idx="26" hasCustomPrompt="1"/>
          </p:nvPr>
        </p:nvSpPr>
        <p:spPr>
          <a:xfrm>
            <a:off x="6019800" y="1168400"/>
            <a:ext cx="4970463" cy="4868863"/>
          </a:xfrm>
        </p:spPr>
        <p:txBody>
          <a:bodyPr/>
          <a:lstStyle/>
          <a:p>
            <a:pPr lvl="0"/>
            <a:r>
              <a:rPr lang="en-US"/>
              <a:t>Lorem ipsum dolor sit </a:t>
            </a:r>
            <a:r>
              <a:rPr lang="en-US" err="1"/>
              <a:t>amet</a:t>
            </a:r>
            <a:r>
              <a:rPr lang="en-US"/>
              <a:t>, </a:t>
            </a:r>
            <a:r>
              <a:rPr lang="en-US" err="1"/>
              <a:t>consectetur</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4473055"/>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arison - with Subhead">
    <p:spTree>
      <p:nvGrpSpPr>
        <p:cNvPr id="1" name=""/>
        <p:cNvGrpSpPr/>
        <p:nvPr/>
      </p:nvGrpSpPr>
      <p:grpSpPr>
        <a:xfrm>
          <a:off x="0" y="0"/>
          <a:ext cx="0" cy="0"/>
          <a:chOff x="0" y="0"/>
          <a:chExt cx="0" cy="0"/>
        </a:xfrm>
      </p:grpSpPr>
      <p:sp>
        <p:nvSpPr>
          <p:cNvPr id="1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0183AF31-1470-4CC7-8510-CAC79D273955}"/>
              </a:ext>
            </a:extLst>
          </p:cNvPr>
          <p:cNvSpPr>
            <a:spLocks noGrp="1"/>
          </p:cNvSpPr>
          <p:nvPr>
            <p:ph type="title" hasCustomPrompt="1"/>
          </p:nvPr>
        </p:nvSpPr>
        <p:spPr/>
        <p:txBody>
          <a:bodyPr/>
          <a:lstStyle>
            <a:lvl1pPr>
              <a:defRPr/>
            </a:lvl1pPr>
          </a:lstStyle>
          <a:p>
            <a:r>
              <a:rPr lang="en-US"/>
              <a:t>Comparison with Subhead</a:t>
            </a:r>
          </a:p>
        </p:txBody>
      </p:sp>
      <p:sp>
        <p:nvSpPr>
          <p:cNvPr id="9" name="Body Level One…">
            <a:extLst>
              <a:ext uri="{FF2B5EF4-FFF2-40B4-BE49-F238E27FC236}">
                <a16:creationId xmlns:a16="http://schemas.microsoft.com/office/drawing/2014/main" id="{2326DB74-8B4F-40E7-9584-D89A5587520F}"/>
              </a:ext>
            </a:extLst>
          </p:cNvPr>
          <p:cNvSpPr txBox="1">
            <a:spLocks noGrp="1"/>
          </p:cNvSpPr>
          <p:nvPr>
            <p:ph type="body" sz="quarter" idx="1" hasCustomPrompt="1"/>
          </p:nvPr>
        </p:nvSpPr>
        <p:spPr>
          <a:xfrm>
            <a:off x="566055" y="1025911"/>
            <a:ext cx="4953799"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10" name="Body Level One…">
            <a:extLst>
              <a:ext uri="{FF2B5EF4-FFF2-40B4-BE49-F238E27FC236}">
                <a16:creationId xmlns:a16="http://schemas.microsoft.com/office/drawing/2014/main" id="{A534AC92-6FC8-4268-88DC-DC3523C11E04}"/>
              </a:ext>
            </a:extLst>
          </p:cNvPr>
          <p:cNvSpPr txBox="1">
            <a:spLocks noGrp="1"/>
          </p:cNvSpPr>
          <p:nvPr>
            <p:ph type="body" sz="quarter" idx="25" hasCustomPrompt="1"/>
          </p:nvPr>
        </p:nvSpPr>
        <p:spPr>
          <a:xfrm>
            <a:off x="6021659" y="1025911"/>
            <a:ext cx="4951141"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8" name="Text Placeholder 3">
            <a:extLst>
              <a:ext uri="{FF2B5EF4-FFF2-40B4-BE49-F238E27FC236}">
                <a16:creationId xmlns:a16="http://schemas.microsoft.com/office/drawing/2014/main" id="{8E9E242F-1E39-46C2-B6E8-C68941A0DD50}"/>
              </a:ext>
            </a:extLst>
          </p:cNvPr>
          <p:cNvSpPr>
            <a:spLocks noGrp="1"/>
          </p:cNvSpPr>
          <p:nvPr>
            <p:ph type="body" sz="quarter" idx="26" hasCustomPrompt="1"/>
          </p:nvPr>
        </p:nvSpPr>
        <p:spPr>
          <a:xfrm>
            <a:off x="576263" y="1412168"/>
            <a:ext cx="4960937" cy="4607632"/>
          </a:xfrm>
        </p:spPr>
        <p:txBody>
          <a:bodyPr/>
          <a:lstStyle/>
          <a:p>
            <a:pPr lvl="0"/>
            <a:r>
              <a:rPr lang="en-US"/>
              <a:t>Lorem ipsum dolor sit </a:t>
            </a:r>
            <a:r>
              <a:rPr lang="en-US" err="1"/>
              <a:t>amet</a:t>
            </a:r>
            <a:r>
              <a:rPr lang="en-US"/>
              <a:t>, </a:t>
            </a:r>
            <a:r>
              <a:rPr lang="en-US" err="1"/>
              <a:t>consectetur</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BD90944D-B3C4-456F-8314-5040EFACA8AF}"/>
              </a:ext>
            </a:extLst>
          </p:cNvPr>
          <p:cNvSpPr>
            <a:spLocks noGrp="1"/>
          </p:cNvSpPr>
          <p:nvPr>
            <p:ph type="body" sz="quarter" idx="27" hasCustomPrompt="1"/>
          </p:nvPr>
        </p:nvSpPr>
        <p:spPr>
          <a:xfrm>
            <a:off x="6019800" y="1405467"/>
            <a:ext cx="4970463" cy="4631796"/>
          </a:xfrm>
        </p:spPr>
        <p:txBody>
          <a:bodyPr/>
          <a:lstStyle/>
          <a:p>
            <a:pPr lvl="0"/>
            <a:r>
              <a:rPr lang="en-US"/>
              <a:t>Lorem ipsum dolor sit </a:t>
            </a:r>
            <a:r>
              <a:rPr lang="en-US" err="1"/>
              <a:t>amet</a:t>
            </a:r>
            <a:r>
              <a:rPr lang="en-US"/>
              <a:t>, </a:t>
            </a:r>
            <a:r>
              <a:rPr lang="en-US" err="1"/>
              <a:t>consectetur</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8024980"/>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43" name="Body Level One…"/>
          <p:cNvSpPr txBox="1">
            <a:spLocks noGrp="1"/>
          </p:cNvSpPr>
          <p:nvPr>
            <p:ph type="body" sz="quarter" idx="1" hasCustomPrompt="1"/>
          </p:nvPr>
        </p:nvSpPr>
        <p:spPr>
          <a:xfrm>
            <a:off x="583474" y="1415632"/>
            <a:ext cx="3200400" cy="219769"/>
          </a:xfrm>
          <a:prstGeom prst="rect">
            <a:avLst/>
          </a:prstGeom>
        </p:spPr>
        <p:txBody>
          <a:bodyPr>
            <a:normAutofit/>
          </a:bodyPr>
          <a:lstStyle>
            <a:lvl1pPr marL="0" indent="0">
              <a:buSzTx/>
              <a:buFontTx/>
              <a:buNone/>
              <a:defRPr sz="1400" spc="100">
                <a:solidFill>
                  <a:srgbClr val="303030"/>
                </a:solidFill>
                <a:latin typeface="Arial"/>
                <a:ea typeface="Arial"/>
                <a:cs typeface="Arial"/>
                <a:sym typeface="Arial"/>
              </a:defRPr>
            </a:lvl1pPr>
            <a:lvl2pPr marL="552450" indent="-95250">
              <a:buFontTx/>
              <a:defRPr sz="1400" spc="100">
                <a:solidFill>
                  <a:srgbClr val="303030"/>
                </a:solidFill>
                <a:latin typeface="Arial"/>
                <a:ea typeface="Arial"/>
                <a:cs typeface="Arial"/>
                <a:sym typeface="Arial"/>
              </a:defRPr>
            </a:lvl2pPr>
            <a:lvl3pPr marL="1028700" indent="-114300">
              <a:buFontTx/>
              <a:defRPr sz="1400" spc="100">
                <a:solidFill>
                  <a:srgbClr val="303030"/>
                </a:solidFill>
                <a:latin typeface="Arial"/>
                <a:ea typeface="Arial"/>
                <a:cs typeface="Arial"/>
                <a:sym typeface="Arial"/>
              </a:defRPr>
            </a:lvl3pPr>
            <a:lvl4pPr marL="1498600" indent="-127000">
              <a:buFontTx/>
              <a:defRPr sz="1400" spc="100">
                <a:solidFill>
                  <a:srgbClr val="303030"/>
                </a:solidFill>
                <a:latin typeface="Arial"/>
                <a:ea typeface="Arial"/>
                <a:cs typeface="Arial"/>
                <a:sym typeface="Arial"/>
              </a:defRPr>
            </a:lvl4pPr>
            <a:lvl5pPr marL="1955800" indent="-127000">
              <a:buFontTx/>
              <a:defRPr sz="1400" spc="100">
                <a:solidFill>
                  <a:srgbClr val="303030"/>
                </a:solidFill>
                <a:latin typeface="Arial"/>
                <a:ea typeface="Arial"/>
                <a:cs typeface="Arial"/>
                <a:sym typeface="Arial"/>
              </a:defRPr>
            </a:lvl5pPr>
          </a:lstStyle>
          <a:p>
            <a:r>
              <a:t>SUBHEAD 01</a:t>
            </a:r>
          </a:p>
        </p:txBody>
      </p:sp>
      <p:sp>
        <p:nvSpPr>
          <p:cNvPr id="144" name="Text Placeholder 13"/>
          <p:cNvSpPr>
            <a:spLocks noGrp="1"/>
          </p:cNvSpPr>
          <p:nvPr>
            <p:ph type="body" sz="quarter" idx="21" hasCustomPrompt="1"/>
          </p:nvPr>
        </p:nvSpPr>
        <p:spPr>
          <a:xfrm>
            <a:off x="592181" y="1754538"/>
            <a:ext cx="3200400" cy="4222515"/>
          </a:xfrm>
          <a:prstGeom prst="rect">
            <a:avLst/>
          </a:prstGeom>
        </p:spPr>
        <p:txBody>
          <a:bodyPr>
            <a:normAutofit/>
          </a:bodyPr>
          <a:lstStyle>
            <a:lvl1pPr marL="0" indent="0">
              <a:spcBef>
                <a:spcPts val="1000"/>
              </a:spcBef>
              <a:buSzTx/>
              <a:buFontTx/>
              <a:buNone/>
              <a:defRPr sz="1400">
                <a:solidFill>
                  <a:srgbClr val="303030"/>
                </a:solidFill>
                <a:latin typeface="Arial"/>
                <a:ea typeface="Arial"/>
                <a:cs typeface="Arial"/>
                <a:sym typeface="Arial"/>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Sed </a:t>
            </a:r>
            <a:r>
              <a:rPr lang="en-US" err="1"/>
              <a:t>felis</a:t>
            </a:r>
            <a:r>
              <a:rPr lang="en-US"/>
              <a:t> </a:t>
            </a:r>
            <a:r>
              <a:rPr lang="en-US" err="1"/>
              <a:t>eget</a:t>
            </a:r>
            <a:r>
              <a:rPr lang="en-US"/>
              <a:t> </a:t>
            </a:r>
            <a:r>
              <a:rPr lang="en-US" err="1"/>
              <a:t>velit</a:t>
            </a:r>
            <a:r>
              <a:rPr lang="en-US"/>
              <a:t> </a:t>
            </a:r>
            <a:r>
              <a:rPr lang="en-US" err="1"/>
              <a:t>aliquet</a:t>
            </a:r>
            <a:r>
              <a:rPr lang="en-US"/>
              <a:t> </a:t>
            </a:r>
            <a:r>
              <a:rPr lang="en-US" err="1"/>
              <a:t>sagittis</a:t>
            </a:r>
            <a:r>
              <a:rPr lang="en-US"/>
              <a:t> id </a:t>
            </a:r>
            <a:r>
              <a:rPr lang="en-US" err="1"/>
              <a:t>consectetur</a:t>
            </a:r>
            <a:r>
              <a:rPr lang="en-US"/>
              <a:t> </a:t>
            </a:r>
            <a:r>
              <a:rPr lang="en-US" err="1"/>
              <a:t>purus</a:t>
            </a:r>
            <a:r>
              <a:rPr lang="en-US"/>
              <a:t> </a:t>
            </a:r>
            <a:r>
              <a:rPr lang="en-US" err="1"/>
              <a:t>ut.</a:t>
            </a:r>
            <a:r>
              <a:rPr lang="en-US"/>
              <a:t> </a:t>
            </a:r>
            <a:r>
              <a:rPr lang="en-US" err="1"/>
              <a:t>Feugiat</a:t>
            </a:r>
            <a:r>
              <a:rPr lang="en-US"/>
              <a:t> </a:t>
            </a:r>
            <a:r>
              <a:rPr lang="en-US" err="1"/>
              <a:t>pretium</a:t>
            </a:r>
            <a:r>
              <a:rPr lang="en-US"/>
              <a:t> </a:t>
            </a:r>
            <a:r>
              <a:rPr lang="en-US" err="1"/>
              <a:t>nibh</a:t>
            </a:r>
            <a:r>
              <a:rPr lang="en-US"/>
              <a:t> ipsum </a:t>
            </a:r>
            <a:r>
              <a:rPr lang="en-US" err="1"/>
              <a:t>consequat</a:t>
            </a:r>
            <a:r>
              <a:rPr lang="en-US"/>
              <a:t> </a:t>
            </a:r>
            <a:r>
              <a:rPr lang="en-US" err="1"/>
              <a:t>nisl</a:t>
            </a:r>
            <a:r>
              <a:rPr lang="en-US"/>
              <a:t> vel </a:t>
            </a:r>
            <a:r>
              <a:rPr lang="en-US" err="1"/>
              <a:t>pretium</a:t>
            </a:r>
            <a:r>
              <a:rPr lang="en-US"/>
              <a:t> </a:t>
            </a:r>
            <a:r>
              <a:rPr lang="en-US" err="1"/>
              <a:t>lectus</a:t>
            </a:r>
            <a:r>
              <a:rPr lang="en-US"/>
              <a:t>. Mi </a:t>
            </a:r>
            <a:r>
              <a:rPr lang="en-US" err="1"/>
              <a:t>quis</a:t>
            </a:r>
            <a:r>
              <a:rPr lang="en-US"/>
              <a:t> </a:t>
            </a:r>
            <a:r>
              <a:rPr lang="en-US" err="1"/>
              <a:t>hendrerit</a:t>
            </a:r>
            <a:r>
              <a:rPr lang="en-US"/>
              <a:t> dolor magna </a:t>
            </a:r>
            <a:r>
              <a:rPr lang="en-US" err="1"/>
              <a:t>eget</a:t>
            </a:r>
            <a:r>
              <a:rPr lang="en-US"/>
              <a:t> </a:t>
            </a:r>
            <a:r>
              <a:rPr lang="en-US" err="1"/>
              <a:t>est</a:t>
            </a:r>
            <a:r>
              <a:rPr lang="en-US"/>
              <a:t> lorem ipsum.  Et </a:t>
            </a:r>
            <a:r>
              <a:rPr lang="en-US" err="1"/>
              <a:t>tortor</a:t>
            </a:r>
            <a:r>
              <a:rPr lang="en-US"/>
              <a:t> </a:t>
            </a:r>
            <a:r>
              <a:rPr lang="en-US" err="1"/>
              <a:t>consequat</a:t>
            </a:r>
            <a:r>
              <a:rPr lang="en-US"/>
              <a:t> id porta </a:t>
            </a:r>
            <a:r>
              <a:rPr lang="en-US" err="1"/>
              <a:t>nibh</a:t>
            </a:r>
            <a:r>
              <a:rPr lang="en-US"/>
              <a:t> </a:t>
            </a:r>
            <a:r>
              <a:rPr lang="en-US" err="1"/>
              <a:t>venenatis</a:t>
            </a:r>
            <a:r>
              <a:rPr lang="en-US"/>
              <a:t> </a:t>
            </a:r>
            <a:r>
              <a:rPr lang="en-US" err="1"/>
              <a:t>cras</a:t>
            </a:r>
            <a:r>
              <a:rPr lang="en-US"/>
              <a:t> sed. </a:t>
            </a:r>
            <a:r>
              <a:rPr lang="en-US" err="1"/>
              <a:t>Vulputate</a:t>
            </a:r>
            <a:r>
              <a:rPr lang="en-US"/>
              <a:t> </a:t>
            </a:r>
            <a:r>
              <a:rPr lang="en-US" err="1"/>
              <a:t>dignissim</a:t>
            </a:r>
            <a:r>
              <a:rPr lang="en-US"/>
              <a:t> </a:t>
            </a:r>
            <a:r>
              <a:rPr lang="en-US" err="1"/>
              <a:t>suspendisse</a:t>
            </a:r>
            <a:r>
              <a:rPr lang="en-US"/>
              <a:t> in </a:t>
            </a:r>
            <a:r>
              <a:rPr lang="en-US" err="1"/>
              <a:t>est</a:t>
            </a:r>
            <a:r>
              <a:rPr lang="en-US"/>
              <a:t> ante.</a:t>
            </a:r>
          </a:p>
        </p:txBody>
      </p:sp>
      <p:sp>
        <p:nvSpPr>
          <p:cNvPr id="145" name="Text Placeholder 13"/>
          <p:cNvSpPr>
            <a:spLocks noGrp="1"/>
          </p:cNvSpPr>
          <p:nvPr>
            <p:ph type="body" sz="quarter" idx="22" hasCustomPrompt="1"/>
          </p:nvPr>
        </p:nvSpPr>
        <p:spPr>
          <a:xfrm>
            <a:off x="4234271" y="1754538"/>
            <a:ext cx="3200400" cy="4222515"/>
          </a:xfrm>
          <a:prstGeom prst="rect">
            <a:avLst/>
          </a:prstGeom>
        </p:spPr>
        <p:txBody>
          <a:bodyPr>
            <a:normAutofit/>
          </a:bodyPr>
          <a:lstStyle>
            <a:lvl1pPr marL="0" indent="0">
              <a:spcBef>
                <a:spcPts val="1000"/>
              </a:spcBef>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a:t>
            </a:r>
          </a:p>
        </p:txBody>
      </p:sp>
      <p:sp>
        <p:nvSpPr>
          <p:cNvPr id="146" name="Text Placeholder 13"/>
          <p:cNvSpPr>
            <a:spLocks noGrp="1"/>
          </p:cNvSpPr>
          <p:nvPr>
            <p:ph type="body" sz="quarter" idx="23" hasCustomPrompt="1"/>
          </p:nvPr>
        </p:nvSpPr>
        <p:spPr>
          <a:xfrm>
            <a:off x="7878808" y="1754538"/>
            <a:ext cx="3200400" cy="4222515"/>
          </a:xfrm>
          <a:prstGeom prst="rect">
            <a:avLst/>
          </a:prstGeom>
        </p:spPr>
        <p:txBody>
          <a:bodyPr>
            <a:normAutofit/>
          </a:bodyPr>
          <a:lstStyle>
            <a:lvl1pPr marL="0" indent="0" defTabSz="905255">
              <a:spcBef>
                <a:spcPts val="1000"/>
              </a:spcBef>
              <a:buSzTx/>
              <a:buFontTx/>
              <a:buNone/>
              <a:defRPr sz="1400">
                <a:solidFill>
                  <a:srgbClr val="303030"/>
                </a:solidFill>
                <a:latin typeface="Arial" panose="020B0604020202020204" pitchFamily="34" charset="0"/>
                <a:ea typeface="Arial" panose="020B0604020202020204" pitchFamily="34" charset="0"/>
                <a:cs typeface="Arial" panose="020B0604020202020204" pitchFamily="34" charset="0"/>
                <a:sym typeface="Lausanne"/>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a:t>
            </a:r>
          </a:p>
        </p:txBody>
      </p:sp>
      <p:sp>
        <p:nvSpPr>
          <p:cNvPr id="149" name="Text Placeholder 7"/>
          <p:cNvSpPr>
            <a:spLocks noGrp="1"/>
          </p:cNvSpPr>
          <p:nvPr>
            <p:ph type="body" sz="quarter" idx="25" hasCustomPrompt="1"/>
          </p:nvPr>
        </p:nvSpPr>
        <p:spPr>
          <a:xfrm>
            <a:off x="4234272" y="1415632"/>
            <a:ext cx="3200400" cy="219769"/>
          </a:xfrm>
          <a:prstGeom prst="rect">
            <a:avLst/>
          </a:prstGeom>
        </p:spPr>
        <p:txBody>
          <a:bodyPr>
            <a:normAutofit/>
          </a:bodyPr>
          <a:lstStyle>
            <a:lvl1pPr marL="0" indent="0" defTabSz="749808">
              <a:spcBef>
                <a:spcPts val="800"/>
              </a:spcBef>
              <a:buSzTx/>
              <a:buFontTx/>
              <a:buNone/>
              <a:defRPr sz="1400" spc="82">
                <a:solidFill>
                  <a:srgbClr val="303030"/>
                </a:solidFill>
                <a:latin typeface="Arial"/>
                <a:ea typeface="Arial"/>
                <a:cs typeface="Arial"/>
                <a:sym typeface="Arial"/>
              </a:defRPr>
            </a:lvl1pPr>
          </a:lstStyle>
          <a:p>
            <a:r>
              <a:t>SUBHEAD 0</a:t>
            </a:r>
            <a:r>
              <a:rPr lang="en-US"/>
              <a:t>2</a:t>
            </a:r>
            <a:endParaRPr/>
          </a:p>
        </p:txBody>
      </p:sp>
      <p:sp>
        <p:nvSpPr>
          <p:cNvPr id="150" name="Text Placeholder 7"/>
          <p:cNvSpPr>
            <a:spLocks noGrp="1"/>
          </p:cNvSpPr>
          <p:nvPr>
            <p:ph type="body" sz="quarter" idx="26" hasCustomPrompt="1"/>
          </p:nvPr>
        </p:nvSpPr>
        <p:spPr>
          <a:xfrm>
            <a:off x="7878809" y="1415632"/>
            <a:ext cx="3200400" cy="219769"/>
          </a:xfrm>
          <a:prstGeom prst="rect">
            <a:avLst/>
          </a:prstGeom>
        </p:spPr>
        <p:txBody>
          <a:bodyPr>
            <a:normAutofit/>
          </a:bodyPr>
          <a:lstStyle>
            <a:lvl1pPr marL="0" indent="0" defTabSz="649223">
              <a:spcBef>
                <a:spcPts val="700"/>
              </a:spcBef>
              <a:buSzTx/>
              <a:buFontTx/>
              <a:buNone/>
              <a:defRPr sz="1400" spc="71">
                <a:solidFill>
                  <a:srgbClr val="303030"/>
                </a:solidFill>
                <a:latin typeface="Arial" panose="020B0604020202020204" pitchFamily="34" charset="0"/>
                <a:ea typeface="Arial" panose="020B0604020202020204" pitchFamily="34" charset="0"/>
                <a:cs typeface="Arial" panose="020B0604020202020204" pitchFamily="34" charset="0"/>
                <a:sym typeface="Lausanne 300"/>
              </a:defRPr>
            </a:lvl1pPr>
          </a:lstStyle>
          <a:p>
            <a:r>
              <a:t>SUBHEAD 0</a:t>
            </a:r>
            <a:r>
              <a:rPr lang="en-US"/>
              <a:t>3</a:t>
            </a:r>
            <a:endParaRPr/>
          </a:p>
        </p:txBody>
      </p:sp>
      <p:sp>
        <p:nvSpPr>
          <p:cNvPr id="151" name="Slide Number"/>
          <p:cNvSpPr txBox="1">
            <a:spLocks noGrp="1"/>
          </p:cNvSpPr>
          <p:nvPr>
            <p:ph type="sldNum" sz="quarter" idx="2"/>
          </p:nvPr>
        </p:nvSpPr>
        <p:spPr>
          <a:prstGeom prst="rect">
            <a:avLst/>
          </a:prstGeom>
        </p:spPr>
        <p:txBody>
          <a:bodyPr/>
          <a:lstStyle>
            <a:lvl1pPr>
              <a:defRPr>
                <a:solidFill>
                  <a:schemeClr val="accent1"/>
                </a:solidFill>
              </a:defRPr>
            </a:lvl1pPr>
          </a:lstStyle>
          <a:p>
            <a:fld id="{86CB4B4D-7CA3-9044-876B-883B54F8677D}" type="slidenum">
              <a:rPr lang="en-US" smtClean="0"/>
              <a:pPr/>
              <a:t>‹#›</a:t>
            </a:fld>
            <a:endParaRPr lang="en-US"/>
          </a:p>
        </p:txBody>
      </p:sp>
      <p:sp>
        <p:nvSpPr>
          <p:cNvPr id="2" name="Title 1">
            <a:extLst>
              <a:ext uri="{FF2B5EF4-FFF2-40B4-BE49-F238E27FC236}">
                <a16:creationId xmlns:a16="http://schemas.microsoft.com/office/drawing/2014/main" id="{E37F61E6-1F39-4C92-A31D-6D6E5F4949FE}"/>
              </a:ext>
            </a:extLst>
          </p:cNvPr>
          <p:cNvSpPr>
            <a:spLocks noGrp="1"/>
          </p:cNvSpPr>
          <p:nvPr>
            <p:ph type="title" hasCustomPrompt="1"/>
          </p:nvPr>
        </p:nvSpPr>
        <p:spPr/>
        <p:txBody>
          <a:bodyPr/>
          <a:lstStyle>
            <a:lvl1pPr>
              <a:defRPr/>
            </a:lvl1pPr>
          </a:lstStyle>
          <a:p>
            <a:r>
              <a:rPr lang="en-US"/>
              <a:t>Three Column</a:t>
            </a:r>
          </a:p>
        </p:txBody>
      </p:sp>
      <p:sp>
        <p:nvSpPr>
          <p:cNvPr id="12" name="Body Level One…">
            <a:extLst>
              <a:ext uri="{FF2B5EF4-FFF2-40B4-BE49-F238E27FC236}">
                <a16:creationId xmlns:a16="http://schemas.microsoft.com/office/drawing/2014/main" id="{7E476D4A-59E6-4AE2-94DE-B9EE379CB3E1}"/>
              </a:ext>
            </a:extLst>
          </p:cNvPr>
          <p:cNvSpPr txBox="1">
            <a:spLocks noGrp="1"/>
          </p:cNvSpPr>
          <p:nvPr>
            <p:ph type="body" sz="quarter" idx="27" hasCustomPrompt="1"/>
          </p:nvPr>
        </p:nvSpPr>
        <p:spPr>
          <a:xfrm>
            <a:off x="566055" y="1025911"/>
            <a:ext cx="10863945"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279166966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with Bullet Points">
    <p:spTree>
      <p:nvGrpSpPr>
        <p:cNvPr id="1" name=""/>
        <p:cNvGrpSpPr/>
        <p:nvPr/>
      </p:nvGrpSpPr>
      <p:grpSpPr>
        <a:xfrm>
          <a:off x="0" y="0"/>
          <a:ext cx="0" cy="0"/>
          <a:chOff x="0" y="0"/>
          <a:chExt cx="0" cy="0"/>
        </a:xfrm>
      </p:grpSpPr>
      <p:sp>
        <p:nvSpPr>
          <p:cNvPr id="167" name="Body Level One…"/>
          <p:cNvSpPr txBox="1">
            <a:spLocks noGrp="1"/>
          </p:cNvSpPr>
          <p:nvPr>
            <p:ph type="body" sz="quarter" idx="1" hasCustomPrompt="1"/>
          </p:nvPr>
        </p:nvSpPr>
        <p:spPr>
          <a:xfrm>
            <a:off x="577205" y="1446779"/>
            <a:ext cx="10395595" cy="627640"/>
          </a:xfrm>
          <a:prstGeom prst="rect">
            <a:avLst/>
          </a:prstGeom>
        </p:spPr>
        <p:txBody>
          <a:bodyPr>
            <a:normAutofit/>
          </a:bodyPr>
          <a:lstStyle>
            <a:lvl1pPr marL="0" indent="0">
              <a:buSzTx/>
              <a:buFontTx/>
              <a:buNone/>
              <a:defRPr sz="1400">
                <a:latin typeface="Arial"/>
                <a:ea typeface="Arial"/>
                <a:cs typeface="Arial"/>
                <a:sym typeface="Arial"/>
              </a:defRPr>
            </a:lvl1pPr>
            <a:lvl2pPr marL="590550" indent="-133350">
              <a:buFontTx/>
              <a:defRPr sz="1400">
                <a:latin typeface="Arial"/>
                <a:ea typeface="Arial"/>
                <a:cs typeface="Arial"/>
                <a:sym typeface="Arial"/>
              </a:defRPr>
            </a:lvl2pPr>
            <a:lvl3pPr marL="1074419" indent="-160019">
              <a:buFontTx/>
              <a:defRPr sz="1400">
                <a:latin typeface="Arial"/>
                <a:ea typeface="Arial"/>
                <a:cs typeface="Arial"/>
                <a:sym typeface="Arial"/>
              </a:defRPr>
            </a:lvl3pPr>
            <a:lvl4pPr marL="1549400" indent="-177800">
              <a:buFontTx/>
              <a:defRPr sz="1400">
                <a:latin typeface="Arial"/>
                <a:ea typeface="Arial"/>
                <a:cs typeface="Arial"/>
                <a:sym typeface="Arial"/>
              </a:defRPr>
            </a:lvl4pPr>
            <a:lvl5pPr marL="2006600" indent="-177800">
              <a:buFontTx/>
              <a:defRPr sz="1400">
                <a:latin typeface="Arial"/>
                <a:ea typeface="Arial"/>
                <a:cs typeface="Arial"/>
                <a:sym typeface="Arial"/>
              </a:defRPr>
            </a:lvl5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a:t>
            </a:r>
            <a:r>
              <a:rPr lang="en-US"/>
              <a:t>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a:t>
            </a:r>
            <a:endParaRPr/>
          </a:p>
          <a:p>
            <a:pPr lvl="1"/>
            <a:endParaRPr/>
          </a:p>
          <a:p>
            <a:pPr lvl="2"/>
            <a:endParaRPr/>
          </a:p>
          <a:p>
            <a:pPr lvl="3"/>
            <a:endParaRPr/>
          </a:p>
          <a:p>
            <a:pPr lvl="4"/>
            <a:endParaRP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4BC69442-D016-4BC5-8086-45DCC95FD4B3}"/>
              </a:ext>
            </a:extLst>
          </p:cNvPr>
          <p:cNvSpPr>
            <a:spLocks noGrp="1"/>
          </p:cNvSpPr>
          <p:nvPr>
            <p:ph type="title" hasCustomPrompt="1"/>
          </p:nvPr>
        </p:nvSpPr>
        <p:spPr/>
        <p:txBody>
          <a:bodyPr/>
          <a:lstStyle>
            <a:lvl1pPr>
              <a:defRPr/>
            </a:lvl1pPr>
          </a:lstStyle>
          <a:p>
            <a:r>
              <a:rPr lang="en-US"/>
              <a:t>Two Column with Bullet Points</a:t>
            </a:r>
          </a:p>
        </p:txBody>
      </p:sp>
      <p:sp>
        <p:nvSpPr>
          <p:cNvPr id="8" name="Body Level One…">
            <a:extLst>
              <a:ext uri="{FF2B5EF4-FFF2-40B4-BE49-F238E27FC236}">
                <a16:creationId xmlns:a16="http://schemas.microsoft.com/office/drawing/2014/main" id="{E0AB97F1-F328-472C-AB24-45290872D3D1}"/>
              </a:ext>
            </a:extLst>
          </p:cNvPr>
          <p:cNvSpPr txBox="1">
            <a:spLocks noGrp="1"/>
          </p:cNvSpPr>
          <p:nvPr>
            <p:ph type="body" sz="quarter" idx="23" hasCustomPrompt="1"/>
          </p:nvPr>
        </p:nvSpPr>
        <p:spPr>
          <a:xfrm>
            <a:off x="566055" y="1025911"/>
            <a:ext cx="10863945"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6" name="Text Placeholder 5">
            <a:extLst>
              <a:ext uri="{FF2B5EF4-FFF2-40B4-BE49-F238E27FC236}">
                <a16:creationId xmlns:a16="http://schemas.microsoft.com/office/drawing/2014/main" id="{7D921B52-31F4-4922-A28A-52B453146CF5}"/>
              </a:ext>
            </a:extLst>
          </p:cNvPr>
          <p:cNvSpPr>
            <a:spLocks noGrp="1"/>
          </p:cNvSpPr>
          <p:nvPr>
            <p:ph type="body" sz="quarter" idx="25" hasCustomPrompt="1"/>
          </p:nvPr>
        </p:nvSpPr>
        <p:spPr>
          <a:xfrm>
            <a:off x="6019800" y="2209800"/>
            <a:ext cx="4953000" cy="3784600"/>
          </a:xfrm>
        </p:spPr>
        <p:txBody>
          <a:bodyPr/>
          <a:lstStyle/>
          <a:p>
            <a:pPr lvl="0"/>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72690DFC-482B-40CC-925F-EDE931A22D77}"/>
              </a:ext>
            </a:extLst>
          </p:cNvPr>
          <p:cNvSpPr>
            <a:spLocks noGrp="1"/>
          </p:cNvSpPr>
          <p:nvPr>
            <p:ph type="body" sz="quarter" idx="26" hasCustomPrompt="1"/>
          </p:nvPr>
        </p:nvSpPr>
        <p:spPr>
          <a:xfrm>
            <a:off x="580535" y="2209800"/>
            <a:ext cx="4924719" cy="3784600"/>
          </a:xfrm>
        </p:spPr>
        <p:txBody>
          <a:bodyPr/>
          <a:lstStyle/>
          <a:p>
            <a:pPr lvl="0"/>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71411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One Image">
    <p:spTree>
      <p:nvGrpSpPr>
        <p:cNvPr id="1" name=""/>
        <p:cNvGrpSpPr/>
        <p:nvPr/>
      </p:nvGrpSpPr>
      <p:grpSpPr>
        <a:xfrm>
          <a:off x="0" y="0"/>
          <a:ext cx="0" cy="0"/>
          <a:chOff x="0" y="0"/>
          <a:chExt cx="0" cy="0"/>
        </a:xfrm>
      </p:grpSpPr>
      <p:sp>
        <p:nvSpPr>
          <p:cNvPr id="184" name="Text Placeholder 13"/>
          <p:cNvSpPr>
            <a:spLocks noGrp="1"/>
          </p:cNvSpPr>
          <p:nvPr>
            <p:ph type="body" sz="quarter" idx="21" hasCustomPrompt="1"/>
          </p:nvPr>
        </p:nvSpPr>
        <p:spPr>
          <a:xfrm>
            <a:off x="877768" y="1381270"/>
            <a:ext cx="5233100" cy="4807657"/>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11" name="Title Text">
            <a:extLst>
              <a:ext uri="{FF2B5EF4-FFF2-40B4-BE49-F238E27FC236}">
                <a16:creationId xmlns:a16="http://schemas.microsoft.com/office/drawing/2014/main" id="{76796734-8517-479A-A334-76C1C26BE85F}"/>
              </a:ext>
            </a:extLst>
          </p:cNvPr>
          <p:cNvSpPr txBox="1">
            <a:spLocks noGrp="1"/>
          </p:cNvSpPr>
          <p:nvPr>
            <p:ph type="title" hasCustomPrompt="1"/>
          </p:nvPr>
        </p:nvSpPr>
        <p:spPr>
          <a:xfrm>
            <a:off x="862351" y="349652"/>
            <a:ext cx="5248517" cy="6759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t" anchorCtr="0">
            <a:normAutofit/>
          </a:bodyPr>
          <a:lstStyle>
            <a:lvl1pPr>
              <a:defRPr/>
            </a:lvl1pPr>
          </a:lstStyle>
          <a:p>
            <a:r>
              <a:rPr lang="en-US"/>
              <a:t>One Image</a:t>
            </a:r>
            <a:endParaRPr/>
          </a:p>
        </p:txBody>
      </p:sp>
      <p:sp>
        <p:nvSpPr>
          <p:cNvPr id="20" name="Slide Number">
            <a:extLst>
              <a:ext uri="{FF2B5EF4-FFF2-40B4-BE49-F238E27FC236}">
                <a16:creationId xmlns:a16="http://schemas.microsoft.com/office/drawing/2014/main" id="{3B32BA66-3E4F-4E28-9142-8F92FDF14AB1}"/>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1" name="TextBox 7">
            <a:extLst>
              <a:ext uri="{FF2B5EF4-FFF2-40B4-BE49-F238E27FC236}">
                <a16:creationId xmlns:a16="http://schemas.microsoft.com/office/drawing/2014/main" id="{06152635-F645-4065-9B58-B252932D0E88}"/>
              </a:ext>
            </a:extLst>
          </p:cNvPr>
          <p:cNvSpPr txBox="1"/>
          <p:nvPr/>
        </p:nvSpPr>
        <p:spPr>
          <a:xfrm>
            <a:off x="865860" y="6478068"/>
            <a:ext cx="6035040"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grpSp>
        <p:nvGrpSpPr>
          <p:cNvPr id="14" name="Group 13">
            <a:extLst>
              <a:ext uri="{FF2B5EF4-FFF2-40B4-BE49-F238E27FC236}">
                <a16:creationId xmlns:a16="http://schemas.microsoft.com/office/drawing/2014/main" id="{F688B34F-D9FA-493B-B22C-C63A64B19833}"/>
              </a:ext>
            </a:extLst>
          </p:cNvPr>
          <p:cNvGrpSpPr/>
          <p:nvPr userDrawn="1"/>
        </p:nvGrpSpPr>
        <p:grpSpPr>
          <a:xfrm>
            <a:off x="-9811" y="-7868"/>
            <a:ext cx="635432" cy="635432"/>
            <a:chOff x="-20321" y="-7868"/>
            <a:chExt cx="635432" cy="635432"/>
          </a:xfrm>
        </p:grpSpPr>
        <p:sp>
          <p:nvSpPr>
            <p:cNvPr id="15" name="Rectangle 20">
              <a:extLst>
                <a:ext uri="{FF2B5EF4-FFF2-40B4-BE49-F238E27FC236}">
                  <a16:creationId xmlns:a16="http://schemas.microsoft.com/office/drawing/2014/main" id="{3C7A6821-6DB1-46AB-A36F-DF108207228D}"/>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6" name="Picture 21" descr="Picture 21">
              <a:extLst>
                <a:ext uri="{FF2B5EF4-FFF2-40B4-BE49-F238E27FC236}">
                  <a16:creationId xmlns:a16="http://schemas.microsoft.com/office/drawing/2014/main" id="{6E403572-1A94-45E8-82B5-3A8291E3DA2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12" name="Picture Placeholder 2">
            <a:extLst>
              <a:ext uri="{FF2B5EF4-FFF2-40B4-BE49-F238E27FC236}">
                <a16:creationId xmlns:a16="http://schemas.microsoft.com/office/drawing/2014/main" id="{981A956C-9C60-4032-B185-E9C2452295DD}"/>
              </a:ext>
            </a:extLst>
          </p:cNvPr>
          <p:cNvSpPr>
            <a:spLocks noGrp="1"/>
          </p:cNvSpPr>
          <p:nvPr>
            <p:ph type="pic" sz="quarter" idx="22" hasCustomPrompt="1"/>
          </p:nvPr>
        </p:nvSpPr>
        <p:spPr>
          <a:xfrm>
            <a:off x="6933521" y="0"/>
            <a:ext cx="5257800" cy="6858000"/>
          </a:xfrm>
          <a:solidFill>
            <a:srgbClr val="FFFF00"/>
          </a:solidFill>
        </p:spPr>
        <p:txBody>
          <a:bodyPr/>
          <a:lstStyle>
            <a:lvl1pPr marL="0" indent="0" algn="ctr">
              <a:spcBef>
                <a:spcPts val="1000"/>
              </a:spcBef>
              <a:buNone/>
              <a:defRPr/>
            </a:lvl1pPr>
          </a:lstStyle>
          <a:p>
            <a:r>
              <a:rPr lang="en-US"/>
              <a:t>                                                                                                             Click Icon to Insert Picture                                                      7.5” x 5.75”</a:t>
            </a:r>
          </a:p>
        </p:txBody>
      </p:sp>
      <p:sp>
        <p:nvSpPr>
          <p:cNvPr id="38" name="Body Level One…">
            <a:extLst>
              <a:ext uri="{FF2B5EF4-FFF2-40B4-BE49-F238E27FC236}">
                <a16:creationId xmlns:a16="http://schemas.microsoft.com/office/drawing/2014/main" id="{F26786D2-0B13-4F47-B9E8-30FD7F6710B6}"/>
              </a:ext>
            </a:extLst>
          </p:cNvPr>
          <p:cNvSpPr txBox="1">
            <a:spLocks noGrp="1"/>
          </p:cNvSpPr>
          <p:nvPr>
            <p:ph type="body" sz="quarter" idx="1" hasCustomPrompt="1"/>
          </p:nvPr>
        </p:nvSpPr>
        <p:spPr>
          <a:xfrm>
            <a:off x="869795" y="1025911"/>
            <a:ext cx="5241073"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25364223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wo Image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0B1CD3BA-65D9-404D-B8E9-ABA20C243E1A}"/>
              </a:ext>
            </a:extLst>
          </p:cNvPr>
          <p:cNvSpPr>
            <a:spLocks noGrp="1"/>
          </p:cNvSpPr>
          <p:nvPr>
            <p:ph type="pic" sz="quarter" idx="22" hasCustomPrompt="1"/>
          </p:nvPr>
        </p:nvSpPr>
        <p:spPr>
          <a:xfrm>
            <a:off x="6933521" y="0"/>
            <a:ext cx="5257800" cy="3264408"/>
          </a:xfrm>
          <a:solidFill>
            <a:srgbClr val="FFFF00"/>
          </a:solidFill>
        </p:spPr>
        <p:txBody>
          <a:bodyPr/>
          <a:lstStyle>
            <a:lvl1pPr marL="0" indent="0" algn="ctr">
              <a:spcBef>
                <a:spcPts val="1000"/>
              </a:spcBef>
              <a:buNone/>
              <a:defRPr/>
            </a:lvl1pPr>
          </a:lstStyle>
          <a:p>
            <a:r>
              <a:rPr lang="en-US"/>
              <a:t>                                                                                                             Click Icon to Insert Picture                                                      3.57” x 5.75”</a:t>
            </a:r>
          </a:p>
        </p:txBody>
      </p:sp>
      <p:sp>
        <p:nvSpPr>
          <p:cNvPr id="12" name="Title Text">
            <a:extLst>
              <a:ext uri="{FF2B5EF4-FFF2-40B4-BE49-F238E27FC236}">
                <a16:creationId xmlns:a16="http://schemas.microsoft.com/office/drawing/2014/main" id="{2CF283E3-C868-4F36-8282-EE5425245951}"/>
              </a:ext>
            </a:extLst>
          </p:cNvPr>
          <p:cNvSpPr txBox="1">
            <a:spLocks noGrp="1"/>
          </p:cNvSpPr>
          <p:nvPr>
            <p:ph type="title" hasCustomPrompt="1"/>
          </p:nvPr>
        </p:nvSpPr>
        <p:spPr>
          <a:xfrm>
            <a:off x="862351" y="349652"/>
            <a:ext cx="5239345" cy="6759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t" anchorCtr="0">
            <a:normAutofit/>
          </a:bodyPr>
          <a:lstStyle>
            <a:lvl1pPr>
              <a:defRPr/>
            </a:lvl1pPr>
          </a:lstStyle>
          <a:p>
            <a:r>
              <a:rPr lang="en-US"/>
              <a:t>Two Images</a:t>
            </a:r>
            <a:endParaRPr/>
          </a:p>
        </p:txBody>
      </p:sp>
      <p:sp>
        <p:nvSpPr>
          <p:cNvPr id="19" name="Slide Number">
            <a:extLst>
              <a:ext uri="{FF2B5EF4-FFF2-40B4-BE49-F238E27FC236}">
                <a16:creationId xmlns:a16="http://schemas.microsoft.com/office/drawing/2014/main" id="{40C2B0AC-BB63-41A3-98E9-73118FC0200D}"/>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0" name="TextBox 7">
            <a:extLst>
              <a:ext uri="{FF2B5EF4-FFF2-40B4-BE49-F238E27FC236}">
                <a16:creationId xmlns:a16="http://schemas.microsoft.com/office/drawing/2014/main" id="{ECAAE5A7-9418-4154-B1F1-57D3F82A2C27}"/>
              </a:ext>
            </a:extLst>
          </p:cNvPr>
          <p:cNvSpPr txBox="1"/>
          <p:nvPr/>
        </p:nvSpPr>
        <p:spPr>
          <a:xfrm>
            <a:off x="865860" y="6478068"/>
            <a:ext cx="6035040"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grpSp>
        <p:nvGrpSpPr>
          <p:cNvPr id="10" name="Group 9">
            <a:extLst>
              <a:ext uri="{FF2B5EF4-FFF2-40B4-BE49-F238E27FC236}">
                <a16:creationId xmlns:a16="http://schemas.microsoft.com/office/drawing/2014/main" id="{92B2C3D0-22DF-4352-B7AB-9D21F784289F}"/>
              </a:ext>
            </a:extLst>
          </p:cNvPr>
          <p:cNvGrpSpPr/>
          <p:nvPr userDrawn="1"/>
        </p:nvGrpSpPr>
        <p:grpSpPr>
          <a:xfrm>
            <a:off x="-9811" y="-7868"/>
            <a:ext cx="635432" cy="635432"/>
            <a:chOff x="-20321" y="-7868"/>
            <a:chExt cx="635432" cy="635432"/>
          </a:xfrm>
        </p:grpSpPr>
        <p:sp>
          <p:nvSpPr>
            <p:cNvPr id="11" name="Rectangle 20">
              <a:extLst>
                <a:ext uri="{FF2B5EF4-FFF2-40B4-BE49-F238E27FC236}">
                  <a16:creationId xmlns:a16="http://schemas.microsoft.com/office/drawing/2014/main" id="{61D1AFCE-B7D8-4A2F-B538-A34FE69D1B73}"/>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3" name="Picture 21" descr="Picture 21">
              <a:extLst>
                <a:ext uri="{FF2B5EF4-FFF2-40B4-BE49-F238E27FC236}">
                  <a16:creationId xmlns:a16="http://schemas.microsoft.com/office/drawing/2014/main" id="{BC661F1C-8F9E-46EE-8932-A4969EB4AE0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15" name="Picture Placeholder 2">
            <a:extLst>
              <a:ext uri="{FF2B5EF4-FFF2-40B4-BE49-F238E27FC236}">
                <a16:creationId xmlns:a16="http://schemas.microsoft.com/office/drawing/2014/main" id="{034512E8-216D-452F-8955-2A268E3D3093}"/>
              </a:ext>
            </a:extLst>
          </p:cNvPr>
          <p:cNvSpPr>
            <a:spLocks noGrp="1"/>
          </p:cNvSpPr>
          <p:nvPr>
            <p:ph type="pic" sz="quarter" idx="23" hasCustomPrompt="1"/>
          </p:nvPr>
        </p:nvSpPr>
        <p:spPr>
          <a:xfrm>
            <a:off x="6933521" y="3429000"/>
            <a:ext cx="5257800" cy="3429000"/>
          </a:xfrm>
          <a:solidFill>
            <a:srgbClr val="FFFF00"/>
          </a:solidFill>
        </p:spPr>
        <p:txBody>
          <a:bodyPr/>
          <a:lstStyle>
            <a:lvl1pPr marL="0" indent="0" algn="ctr">
              <a:spcBef>
                <a:spcPts val="1000"/>
              </a:spcBef>
              <a:buNone/>
              <a:defRPr/>
            </a:lvl1pPr>
          </a:lstStyle>
          <a:p>
            <a:r>
              <a:rPr lang="en-US"/>
              <a:t>                                                                                                             Click Icon to Insert Picture                                                      3.75” x 5.75”</a:t>
            </a:r>
          </a:p>
        </p:txBody>
      </p:sp>
      <p:sp>
        <p:nvSpPr>
          <p:cNvPr id="27" name="Text Placeholder 13">
            <a:extLst>
              <a:ext uri="{FF2B5EF4-FFF2-40B4-BE49-F238E27FC236}">
                <a16:creationId xmlns:a16="http://schemas.microsoft.com/office/drawing/2014/main" id="{686FC2CB-48EB-4BA1-A170-02D1D2B10773}"/>
              </a:ext>
            </a:extLst>
          </p:cNvPr>
          <p:cNvSpPr>
            <a:spLocks noGrp="1"/>
          </p:cNvSpPr>
          <p:nvPr>
            <p:ph type="body" sz="quarter" idx="21" hasCustomPrompt="1"/>
          </p:nvPr>
        </p:nvSpPr>
        <p:spPr>
          <a:xfrm>
            <a:off x="877768" y="1381270"/>
            <a:ext cx="5233100" cy="4807657"/>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8" name="Body Level One…">
            <a:extLst>
              <a:ext uri="{FF2B5EF4-FFF2-40B4-BE49-F238E27FC236}">
                <a16:creationId xmlns:a16="http://schemas.microsoft.com/office/drawing/2014/main" id="{F907AF1D-509E-4D3D-99A8-5944E8323D54}"/>
              </a:ext>
            </a:extLst>
          </p:cNvPr>
          <p:cNvSpPr txBox="1">
            <a:spLocks noGrp="1"/>
          </p:cNvSpPr>
          <p:nvPr>
            <p:ph type="body" sz="quarter" idx="1" hasCustomPrompt="1"/>
          </p:nvPr>
        </p:nvSpPr>
        <p:spPr>
          <a:xfrm>
            <a:off x="869795" y="1025911"/>
            <a:ext cx="5241073"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2701409884"/>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hree Images">
    <p:spTree>
      <p:nvGrpSpPr>
        <p:cNvPr id="1" name=""/>
        <p:cNvGrpSpPr/>
        <p:nvPr/>
      </p:nvGrpSpPr>
      <p:grpSpPr>
        <a:xfrm>
          <a:off x="0" y="0"/>
          <a:ext cx="0" cy="0"/>
          <a:chOff x="0" y="0"/>
          <a:chExt cx="0" cy="0"/>
        </a:xfrm>
      </p:grpSpPr>
      <p:sp>
        <p:nvSpPr>
          <p:cNvPr id="14" name="Title Text">
            <a:extLst>
              <a:ext uri="{FF2B5EF4-FFF2-40B4-BE49-F238E27FC236}">
                <a16:creationId xmlns:a16="http://schemas.microsoft.com/office/drawing/2014/main" id="{D60E5DC3-94DE-40AC-BEC5-70D6157F0BB1}"/>
              </a:ext>
            </a:extLst>
          </p:cNvPr>
          <p:cNvSpPr txBox="1">
            <a:spLocks noGrp="1"/>
          </p:cNvSpPr>
          <p:nvPr>
            <p:ph type="title" hasCustomPrompt="1"/>
          </p:nvPr>
        </p:nvSpPr>
        <p:spPr>
          <a:xfrm>
            <a:off x="862351" y="349652"/>
            <a:ext cx="5259669" cy="66510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t" anchorCtr="0">
            <a:normAutofit/>
          </a:bodyPr>
          <a:lstStyle>
            <a:lvl1pPr>
              <a:defRPr/>
            </a:lvl1pPr>
          </a:lstStyle>
          <a:p>
            <a:r>
              <a:rPr lang="en-US"/>
              <a:t>Three Images</a:t>
            </a:r>
            <a:endParaRPr/>
          </a:p>
        </p:txBody>
      </p:sp>
      <p:sp>
        <p:nvSpPr>
          <p:cNvPr id="20" name="Slide Number">
            <a:extLst>
              <a:ext uri="{FF2B5EF4-FFF2-40B4-BE49-F238E27FC236}">
                <a16:creationId xmlns:a16="http://schemas.microsoft.com/office/drawing/2014/main" id="{5BC5E6FF-E400-44FF-A5CB-6F09FC2B088B}"/>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1" name="TextBox 7">
            <a:extLst>
              <a:ext uri="{FF2B5EF4-FFF2-40B4-BE49-F238E27FC236}">
                <a16:creationId xmlns:a16="http://schemas.microsoft.com/office/drawing/2014/main" id="{5DB1C38E-B45F-45D0-992C-211A773D175D}"/>
              </a:ext>
            </a:extLst>
          </p:cNvPr>
          <p:cNvSpPr txBox="1"/>
          <p:nvPr/>
        </p:nvSpPr>
        <p:spPr>
          <a:xfrm>
            <a:off x="865860" y="6478068"/>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grpSp>
        <p:nvGrpSpPr>
          <p:cNvPr id="11" name="Group 10">
            <a:extLst>
              <a:ext uri="{FF2B5EF4-FFF2-40B4-BE49-F238E27FC236}">
                <a16:creationId xmlns:a16="http://schemas.microsoft.com/office/drawing/2014/main" id="{7A3D05D9-86FF-4332-8F47-FA724D620F8D}"/>
              </a:ext>
            </a:extLst>
          </p:cNvPr>
          <p:cNvGrpSpPr/>
          <p:nvPr userDrawn="1"/>
        </p:nvGrpSpPr>
        <p:grpSpPr>
          <a:xfrm>
            <a:off x="-9811" y="-7868"/>
            <a:ext cx="635432" cy="635432"/>
            <a:chOff x="-20321" y="-7868"/>
            <a:chExt cx="635432" cy="635432"/>
          </a:xfrm>
        </p:grpSpPr>
        <p:sp>
          <p:nvSpPr>
            <p:cNvPr id="12" name="Rectangle 20">
              <a:extLst>
                <a:ext uri="{FF2B5EF4-FFF2-40B4-BE49-F238E27FC236}">
                  <a16:creationId xmlns:a16="http://schemas.microsoft.com/office/drawing/2014/main" id="{6090E023-796C-4790-A3D1-13AF969D4CB0}"/>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5" name="Picture 21" descr="Picture 21">
              <a:extLst>
                <a:ext uri="{FF2B5EF4-FFF2-40B4-BE49-F238E27FC236}">
                  <a16:creationId xmlns:a16="http://schemas.microsoft.com/office/drawing/2014/main" id="{89E8D7E1-3D98-4F8C-B2B5-020E42B030D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13" name="Picture Placeholder 2">
            <a:extLst>
              <a:ext uri="{FF2B5EF4-FFF2-40B4-BE49-F238E27FC236}">
                <a16:creationId xmlns:a16="http://schemas.microsoft.com/office/drawing/2014/main" id="{786F3FFD-89C7-423A-B88F-8EA59F66A577}"/>
              </a:ext>
            </a:extLst>
          </p:cNvPr>
          <p:cNvSpPr>
            <a:spLocks noGrp="1"/>
          </p:cNvSpPr>
          <p:nvPr>
            <p:ph type="pic" sz="quarter" idx="22" hasCustomPrompt="1"/>
          </p:nvPr>
        </p:nvSpPr>
        <p:spPr>
          <a:xfrm>
            <a:off x="6933521" y="0"/>
            <a:ext cx="5257800" cy="3264408"/>
          </a:xfrm>
          <a:solidFill>
            <a:srgbClr val="FFFF00"/>
          </a:solidFill>
        </p:spPr>
        <p:txBody>
          <a:bodyPr/>
          <a:lstStyle>
            <a:lvl1pPr marL="0" indent="0" algn="ctr">
              <a:spcBef>
                <a:spcPts val="1000"/>
              </a:spcBef>
              <a:buNone/>
              <a:defRPr/>
            </a:lvl1pPr>
          </a:lstStyle>
          <a:p>
            <a:r>
              <a:rPr lang="en-US"/>
              <a:t>                                                                                                             Click Icon to Insert Picture                                                      3.57” x 5.75”</a:t>
            </a:r>
          </a:p>
        </p:txBody>
      </p:sp>
      <p:sp>
        <p:nvSpPr>
          <p:cNvPr id="17" name="Picture Placeholder 2">
            <a:extLst>
              <a:ext uri="{FF2B5EF4-FFF2-40B4-BE49-F238E27FC236}">
                <a16:creationId xmlns:a16="http://schemas.microsoft.com/office/drawing/2014/main" id="{12EC7B47-79A2-466C-A41C-3784693FAF8D}"/>
              </a:ext>
            </a:extLst>
          </p:cNvPr>
          <p:cNvSpPr>
            <a:spLocks noGrp="1"/>
          </p:cNvSpPr>
          <p:nvPr>
            <p:ph type="pic" sz="quarter" idx="23" hasCustomPrompt="1"/>
          </p:nvPr>
        </p:nvSpPr>
        <p:spPr>
          <a:xfrm>
            <a:off x="6933521" y="3429000"/>
            <a:ext cx="2743200" cy="3429000"/>
          </a:xfrm>
          <a:solidFill>
            <a:srgbClr val="FFFF00"/>
          </a:solidFill>
        </p:spPr>
        <p:txBody>
          <a:bodyPr/>
          <a:lstStyle>
            <a:lvl1pPr marL="0" indent="0" algn="ctr">
              <a:spcBef>
                <a:spcPts val="1000"/>
              </a:spcBef>
              <a:buNone/>
              <a:defRPr sz="1400"/>
            </a:lvl1pPr>
          </a:lstStyle>
          <a:p>
            <a:r>
              <a:rPr lang="en-US"/>
              <a:t>                                                                                                             Click Icon to Insert Picture                                                      3.75” x 3”</a:t>
            </a:r>
          </a:p>
        </p:txBody>
      </p:sp>
      <p:sp>
        <p:nvSpPr>
          <p:cNvPr id="18" name="Picture Placeholder 2">
            <a:extLst>
              <a:ext uri="{FF2B5EF4-FFF2-40B4-BE49-F238E27FC236}">
                <a16:creationId xmlns:a16="http://schemas.microsoft.com/office/drawing/2014/main" id="{53829FB9-31AD-4B6C-B22D-913BAF550BF6}"/>
              </a:ext>
            </a:extLst>
          </p:cNvPr>
          <p:cNvSpPr>
            <a:spLocks noGrp="1"/>
          </p:cNvSpPr>
          <p:nvPr>
            <p:ph type="pic" sz="quarter" idx="24" hasCustomPrompt="1"/>
          </p:nvPr>
        </p:nvSpPr>
        <p:spPr>
          <a:xfrm>
            <a:off x="9814560" y="3429000"/>
            <a:ext cx="2377440" cy="3429000"/>
          </a:xfrm>
          <a:solidFill>
            <a:srgbClr val="FFFF00"/>
          </a:solidFill>
        </p:spPr>
        <p:txBody>
          <a:bodyPr/>
          <a:lstStyle>
            <a:lvl1pPr marL="0" indent="0" algn="ctr">
              <a:spcBef>
                <a:spcPts val="1000"/>
              </a:spcBef>
              <a:buNone/>
              <a:defRPr sz="1400"/>
            </a:lvl1pPr>
          </a:lstStyle>
          <a:p>
            <a:r>
              <a:rPr lang="en-US"/>
              <a:t>                                                                                                             Click Icon to Insert Picture                                                      3.75” x 2.6”</a:t>
            </a:r>
          </a:p>
        </p:txBody>
      </p:sp>
      <p:sp>
        <p:nvSpPr>
          <p:cNvPr id="30" name="Text Placeholder 13">
            <a:extLst>
              <a:ext uri="{FF2B5EF4-FFF2-40B4-BE49-F238E27FC236}">
                <a16:creationId xmlns:a16="http://schemas.microsoft.com/office/drawing/2014/main" id="{29B2AD54-0CDB-408B-829E-4920AB572903}"/>
              </a:ext>
            </a:extLst>
          </p:cNvPr>
          <p:cNvSpPr>
            <a:spLocks noGrp="1"/>
          </p:cNvSpPr>
          <p:nvPr>
            <p:ph type="body" sz="quarter" idx="21" hasCustomPrompt="1"/>
          </p:nvPr>
        </p:nvSpPr>
        <p:spPr>
          <a:xfrm>
            <a:off x="877768" y="1381270"/>
            <a:ext cx="5233100" cy="4807657"/>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31" name="Body Level One…">
            <a:extLst>
              <a:ext uri="{FF2B5EF4-FFF2-40B4-BE49-F238E27FC236}">
                <a16:creationId xmlns:a16="http://schemas.microsoft.com/office/drawing/2014/main" id="{E422AC10-89DA-4E1D-A0AF-A704BADF506B}"/>
              </a:ext>
            </a:extLst>
          </p:cNvPr>
          <p:cNvSpPr txBox="1">
            <a:spLocks noGrp="1"/>
          </p:cNvSpPr>
          <p:nvPr>
            <p:ph type="body" sz="quarter" idx="1" hasCustomPrompt="1"/>
          </p:nvPr>
        </p:nvSpPr>
        <p:spPr>
          <a:xfrm>
            <a:off x="869795" y="1025911"/>
            <a:ext cx="5241073"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404394478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wo Column Image">
    <p:spTree>
      <p:nvGrpSpPr>
        <p:cNvPr id="1" name=""/>
        <p:cNvGrpSpPr/>
        <p:nvPr/>
      </p:nvGrpSpPr>
      <p:grpSpPr>
        <a:xfrm>
          <a:off x="0" y="0"/>
          <a:ext cx="0" cy="0"/>
          <a:chOff x="0" y="0"/>
          <a:chExt cx="0" cy="0"/>
        </a:xfrm>
      </p:grpSpPr>
      <p:sp>
        <p:nvSpPr>
          <p:cNvPr id="15" name="Picture Placeholder 2">
            <a:extLst>
              <a:ext uri="{FF2B5EF4-FFF2-40B4-BE49-F238E27FC236}">
                <a16:creationId xmlns:a16="http://schemas.microsoft.com/office/drawing/2014/main" id="{5E68D1E3-71F0-48FD-BA27-20687F562DB4}"/>
              </a:ext>
            </a:extLst>
          </p:cNvPr>
          <p:cNvSpPr>
            <a:spLocks noGrp="1"/>
          </p:cNvSpPr>
          <p:nvPr>
            <p:ph type="pic" sz="quarter" idx="24" hasCustomPrompt="1"/>
          </p:nvPr>
        </p:nvSpPr>
        <p:spPr>
          <a:xfrm>
            <a:off x="8077200" y="0"/>
            <a:ext cx="4114800" cy="6858000"/>
          </a:xfrm>
          <a:solidFill>
            <a:srgbClr val="FFFF00"/>
          </a:solidFill>
        </p:spPr>
        <p:txBody>
          <a:bodyPr/>
          <a:lstStyle>
            <a:lvl1pPr marL="0" indent="0" algn="ctr">
              <a:spcBef>
                <a:spcPts val="1000"/>
              </a:spcBef>
              <a:buNone/>
              <a:defRPr/>
            </a:lvl1pPr>
          </a:lstStyle>
          <a:p>
            <a:r>
              <a:rPr lang="en-US"/>
              <a:t>                                                                                                             Click Icon to Insert Picture                                                      7.5” x 4.5”</a:t>
            </a:r>
          </a:p>
        </p:txBody>
      </p:sp>
      <p:sp>
        <p:nvSpPr>
          <p:cNvPr id="228" name="Body Level One…"/>
          <p:cNvSpPr txBox="1">
            <a:spLocks noGrp="1"/>
          </p:cNvSpPr>
          <p:nvPr>
            <p:ph type="body" sz="quarter" idx="1" hasCustomPrompt="1"/>
          </p:nvPr>
        </p:nvSpPr>
        <p:spPr>
          <a:xfrm>
            <a:off x="876769" y="1493130"/>
            <a:ext cx="3108960" cy="4695797"/>
          </a:xfrm>
          <a:prstGeom prst="rect">
            <a:avLst/>
          </a:prstGeom>
        </p:spPr>
        <p:txBody>
          <a:bodyPr>
            <a:normAutofit/>
          </a:bodyPr>
          <a:lstStyle>
            <a:lvl1pPr marL="233363" indent="-233363">
              <a:defRPr sz="1400">
                <a:solidFill>
                  <a:srgbClr val="303030"/>
                </a:solidFill>
                <a:latin typeface="Arial"/>
                <a:ea typeface="Arial"/>
                <a:cs typeface="Arial"/>
                <a:sym typeface="Arial"/>
              </a:defRPr>
            </a:lvl1pPr>
            <a:lvl2pPr marL="590550" indent="-133350">
              <a:defRPr sz="1400">
                <a:solidFill>
                  <a:srgbClr val="303030"/>
                </a:solidFill>
                <a:latin typeface="Arial"/>
                <a:ea typeface="Arial"/>
                <a:cs typeface="Arial"/>
                <a:sym typeface="Arial"/>
              </a:defRPr>
            </a:lvl2pPr>
            <a:lvl3pPr marL="1074419" indent="-160019">
              <a:defRPr sz="1400">
                <a:solidFill>
                  <a:srgbClr val="303030"/>
                </a:solidFill>
                <a:latin typeface="Arial"/>
                <a:ea typeface="Arial"/>
                <a:cs typeface="Arial"/>
                <a:sym typeface="Arial"/>
              </a:defRPr>
            </a:lvl3pPr>
            <a:lvl4pPr marL="1549400" indent="-177800">
              <a:defRPr sz="1400">
                <a:solidFill>
                  <a:srgbClr val="303030"/>
                </a:solidFill>
                <a:latin typeface="Arial"/>
                <a:ea typeface="Arial"/>
                <a:cs typeface="Arial"/>
                <a:sym typeface="Arial"/>
              </a:defRPr>
            </a:lvl4pPr>
            <a:lvl5pPr marL="2006600" indent="-177800">
              <a:defRPr sz="1400">
                <a:solidFill>
                  <a:srgbClr val="303030"/>
                </a:solidFill>
                <a:latin typeface="Arial"/>
                <a:ea typeface="Arial"/>
                <a:cs typeface="Arial"/>
                <a:sym typeface="Arial"/>
              </a:defRPr>
            </a:lvl5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p>
        </p:txBody>
      </p:sp>
      <p:sp>
        <p:nvSpPr>
          <p:cNvPr id="229" name="Text Placeholder 13"/>
          <p:cNvSpPr>
            <a:spLocks noGrp="1"/>
          </p:cNvSpPr>
          <p:nvPr>
            <p:ph type="body" sz="quarter" idx="21" hasCustomPrompt="1"/>
          </p:nvPr>
        </p:nvSpPr>
        <p:spPr>
          <a:xfrm>
            <a:off x="4293218" y="1493129"/>
            <a:ext cx="3108960" cy="4695798"/>
          </a:xfrm>
          <a:prstGeom prst="rect">
            <a:avLst/>
          </a:prstGeom>
        </p:spPr>
        <p:txBody>
          <a:bodyPr>
            <a:normAutofit/>
          </a:bodyPr>
          <a:lstStyle>
            <a:lvl1pPr marL="233363" indent="-233363">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Lorem ipsum dolor sit </a:t>
            </a:r>
            <a:r>
              <a:rPr err="1"/>
              <a:t>amet</a:t>
            </a:r>
            <a:r>
              <a:t>, </a:t>
            </a:r>
            <a:r>
              <a:rPr err="1"/>
              <a:t>consectetur</a:t>
            </a:r>
            <a:r>
              <a:t> </a:t>
            </a:r>
            <a:r>
              <a:rPr err="1"/>
              <a:t>adipiscing</a:t>
            </a:r>
            <a:r>
              <a:t> </a:t>
            </a:r>
            <a:r>
              <a:rPr err="1"/>
              <a:t>elit</a:t>
            </a:r>
            <a:r>
              <a:t>,
Lorem ipsum dolor sit </a:t>
            </a:r>
            <a:r>
              <a:rPr err="1"/>
              <a:t>amet</a:t>
            </a:r>
            <a:r>
              <a:t>, </a:t>
            </a:r>
            <a:r>
              <a:rPr err="1"/>
              <a:t>consectetur</a:t>
            </a:r>
            <a:r>
              <a:t> </a:t>
            </a:r>
            <a:r>
              <a:rPr err="1"/>
              <a:t>adipiscing</a:t>
            </a:r>
            <a:r>
              <a:t> </a:t>
            </a:r>
            <a:r>
              <a:rPr err="1"/>
              <a:t>elit</a:t>
            </a:r>
            <a:r>
              <a:t>,
Lorem ipsum dolor sit </a:t>
            </a:r>
            <a:r>
              <a:rPr err="1"/>
              <a:t>amet</a:t>
            </a:r>
            <a:r>
              <a:t>, </a:t>
            </a:r>
            <a:r>
              <a:rPr err="1"/>
              <a:t>consectetur</a:t>
            </a:r>
            <a:r>
              <a:t> </a:t>
            </a:r>
            <a:r>
              <a:rPr err="1"/>
              <a:t>adipiscing</a:t>
            </a:r>
            <a:r>
              <a:t> </a:t>
            </a:r>
            <a:r>
              <a:rPr err="1"/>
              <a:t>elit</a:t>
            </a:r>
            <a:r>
              <a:t>,
Lorem ipsum dolor sit </a:t>
            </a:r>
            <a:r>
              <a:rPr err="1"/>
              <a:t>amet</a:t>
            </a:r>
            <a:r>
              <a:t>, </a:t>
            </a:r>
            <a:r>
              <a:rPr err="1"/>
              <a:t>consectetur</a:t>
            </a:r>
            <a:r>
              <a:t> </a:t>
            </a:r>
            <a:r>
              <a:rPr err="1"/>
              <a:t>adipiscing</a:t>
            </a:r>
            <a:r>
              <a:t> </a:t>
            </a:r>
            <a:r>
              <a:rPr err="1"/>
              <a:t>elit</a:t>
            </a:r>
            <a:r>
              <a:t>,</a:t>
            </a:r>
          </a:p>
        </p:txBody>
      </p:sp>
      <p:sp>
        <p:nvSpPr>
          <p:cNvPr id="13" name="Title Text">
            <a:extLst>
              <a:ext uri="{FF2B5EF4-FFF2-40B4-BE49-F238E27FC236}">
                <a16:creationId xmlns:a16="http://schemas.microsoft.com/office/drawing/2014/main" id="{C46C9932-C5A9-4133-BD99-190265461737}"/>
              </a:ext>
            </a:extLst>
          </p:cNvPr>
          <p:cNvSpPr txBox="1">
            <a:spLocks noGrp="1"/>
          </p:cNvSpPr>
          <p:nvPr>
            <p:ph type="title" hasCustomPrompt="1"/>
          </p:nvPr>
        </p:nvSpPr>
        <p:spPr>
          <a:xfrm>
            <a:off x="862351" y="349652"/>
            <a:ext cx="6530908" cy="67626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t" anchorCtr="0"/>
          <a:lstStyle>
            <a:lvl1pPr>
              <a:defRPr/>
            </a:lvl1pPr>
          </a:lstStyle>
          <a:p>
            <a:r>
              <a:rPr lang="en-US"/>
              <a:t>Two Column Image</a:t>
            </a:r>
            <a:endParaRPr/>
          </a:p>
        </p:txBody>
      </p:sp>
      <p:sp>
        <p:nvSpPr>
          <p:cNvPr id="21" name="Slide Number">
            <a:extLst>
              <a:ext uri="{FF2B5EF4-FFF2-40B4-BE49-F238E27FC236}">
                <a16:creationId xmlns:a16="http://schemas.microsoft.com/office/drawing/2014/main" id="{97102D19-4A83-455B-AE99-D4ADBFB331B3}"/>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2" name="TextBox 7">
            <a:extLst>
              <a:ext uri="{FF2B5EF4-FFF2-40B4-BE49-F238E27FC236}">
                <a16:creationId xmlns:a16="http://schemas.microsoft.com/office/drawing/2014/main" id="{45DE4739-684F-4CF7-91DE-B74EE9535FFD}"/>
              </a:ext>
            </a:extLst>
          </p:cNvPr>
          <p:cNvSpPr txBox="1"/>
          <p:nvPr/>
        </p:nvSpPr>
        <p:spPr>
          <a:xfrm>
            <a:off x="865860" y="6478068"/>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grpSp>
        <p:nvGrpSpPr>
          <p:cNvPr id="11" name="Group 10">
            <a:extLst>
              <a:ext uri="{FF2B5EF4-FFF2-40B4-BE49-F238E27FC236}">
                <a16:creationId xmlns:a16="http://schemas.microsoft.com/office/drawing/2014/main" id="{E76F068C-CE1A-4EB2-82A6-528890555F90}"/>
              </a:ext>
            </a:extLst>
          </p:cNvPr>
          <p:cNvGrpSpPr/>
          <p:nvPr userDrawn="1"/>
        </p:nvGrpSpPr>
        <p:grpSpPr>
          <a:xfrm>
            <a:off x="-9811" y="-7868"/>
            <a:ext cx="635432" cy="635432"/>
            <a:chOff x="-20321" y="-7868"/>
            <a:chExt cx="635432" cy="635432"/>
          </a:xfrm>
        </p:grpSpPr>
        <p:sp>
          <p:nvSpPr>
            <p:cNvPr id="12" name="Rectangle 20">
              <a:extLst>
                <a:ext uri="{FF2B5EF4-FFF2-40B4-BE49-F238E27FC236}">
                  <a16:creationId xmlns:a16="http://schemas.microsoft.com/office/drawing/2014/main" id="{95E125BB-A09B-4121-AE53-6AB47407B726}"/>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4" name="Picture 21" descr="Picture 21">
              <a:extLst>
                <a:ext uri="{FF2B5EF4-FFF2-40B4-BE49-F238E27FC236}">
                  <a16:creationId xmlns:a16="http://schemas.microsoft.com/office/drawing/2014/main" id="{DC225167-D3A1-49BB-8A0C-4D4D92D257F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29" name="Body Level One…">
            <a:extLst>
              <a:ext uri="{FF2B5EF4-FFF2-40B4-BE49-F238E27FC236}">
                <a16:creationId xmlns:a16="http://schemas.microsoft.com/office/drawing/2014/main" id="{E4F946F6-C2D8-4A10-8F24-D7B87BEC082A}"/>
              </a:ext>
            </a:extLst>
          </p:cNvPr>
          <p:cNvSpPr txBox="1">
            <a:spLocks noGrp="1"/>
          </p:cNvSpPr>
          <p:nvPr>
            <p:ph type="body" sz="quarter" idx="27" hasCustomPrompt="1"/>
          </p:nvPr>
        </p:nvSpPr>
        <p:spPr>
          <a:xfrm>
            <a:off x="869795" y="1025911"/>
            <a:ext cx="3144643"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30" name="Body Level One…">
            <a:extLst>
              <a:ext uri="{FF2B5EF4-FFF2-40B4-BE49-F238E27FC236}">
                <a16:creationId xmlns:a16="http://schemas.microsoft.com/office/drawing/2014/main" id="{437DBD6E-F55B-41CF-A3BE-FECCF7A56A49}"/>
              </a:ext>
            </a:extLst>
          </p:cNvPr>
          <p:cNvSpPr txBox="1">
            <a:spLocks noGrp="1"/>
          </p:cNvSpPr>
          <p:nvPr>
            <p:ph type="body" sz="quarter" idx="28" hasCustomPrompt="1"/>
          </p:nvPr>
        </p:nvSpPr>
        <p:spPr>
          <a:xfrm>
            <a:off x="4293221" y="1025911"/>
            <a:ext cx="3111190"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3613046868"/>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ree Column Images">
    <p:spTree>
      <p:nvGrpSpPr>
        <p:cNvPr id="1" name=""/>
        <p:cNvGrpSpPr/>
        <p:nvPr/>
      </p:nvGrpSpPr>
      <p:grpSpPr>
        <a:xfrm>
          <a:off x="0" y="0"/>
          <a:ext cx="0" cy="0"/>
          <a:chOff x="0" y="0"/>
          <a:chExt cx="0" cy="0"/>
        </a:xfrm>
      </p:grpSpPr>
      <p:sp>
        <p:nvSpPr>
          <p:cNvPr id="21" name="Picture Placeholder 3">
            <a:extLst>
              <a:ext uri="{FF2B5EF4-FFF2-40B4-BE49-F238E27FC236}">
                <a16:creationId xmlns:a16="http://schemas.microsoft.com/office/drawing/2014/main" id="{0C8A59EC-0371-4A5E-A969-98FB84F242D8}"/>
              </a:ext>
            </a:extLst>
          </p:cNvPr>
          <p:cNvSpPr>
            <a:spLocks noGrp="1" noChangeAspect="1"/>
          </p:cNvSpPr>
          <p:nvPr>
            <p:ph type="pic" sz="quarter" idx="28" hasCustomPrompt="1"/>
          </p:nvPr>
        </p:nvSpPr>
        <p:spPr>
          <a:xfrm>
            <a:off x="8655504" y="2982514"/>
            <a:ext cx="1554480" cy="1554480"/>
          </a:xfrm>
          <a:solidFill>
            <a:srgbClr val="FFFF00"/>
          </a:solidFill>
        </p:spPr>
        <p:txBody>
          <a:bodyPr>
            <a:normAutofit/>
          </a:bodyPr>
          <a:lstStyle>
            <a:lvl1pPr marL="0" indent="0" algn="ctr">
              <a:buNone/>
              <a:defRPr sz="1100"/>
            </a:lvl1pPr>
          </a:lstStyle>
          <a:p>
            <a:r>
              <a:rPr lang="en-US"/>
              <a:t>Click Icon to Insert Picture ‒ 1.7”x1.7”</a:t>
            </a:r>
          </a:p>
        </p:txBody>
      </p:sp>
      <p:sp>
        <p:nvSpPr>
          <p:cNvPr id="27" name="Picture Placeholder 3">
            <a:extLst>
              <a:ext uri="{FF2B5EF4-FFF2-40B4-BE49-F238E27FC236}">
                <a16:creationId xmlns:a16="http://schemas.microsoft.com/office/drawing/2014/main" id="{B85CB659-9D5E-410E-AB99-A7310FE1002D}"/>
              </a:ext>
            </a:extLst>
          </p:cNvPr>
          <p:cNvSpPr>
            <a:spLocks noGrp="1" noChangeAspect="1"/>
          </p:cNvSpPr>
          <p:nvPr>
            <p:ph type="pic" sz="quarter" idx="27" hasCustomPrompt="1"/>
          </p:nvPr>
        </p:nvSpPr>
        <p:spPr>
          <a:xfrm>
            <a:off x="5182961" y="2982514"/>
            <a:ext cx="1554480" cy="1554480"/>
          </a:xfrm>
          <a:solidFill>
            <a:srgbClr val="FFFF00"/>
          </a:solidFill>
        </p:spPr>
        <p:txBody>
          <a:bodyPr>
            <a:normAutofit/>
          </a:bodyPr>
          <a:lstStyle>
            <a:lvl1pPr marL="0" indent="0" algn="ctr">
              <a:buNone/>
              <a:defRPr sz="1100"/>
            </a:lvl1pPr>
          </a:lstStyle>
          <a:p>
            <a:r>
              <a:rPr lang="en-US"/>
              <a:t>Click Icon to Insert Picture ‒ 1.7”x1.7”</a:t>
            </a:r>
          </a:p>
        </p:txBody>
      </p:sp>
      <p:sp>
        <p:nvSpPr>
          <p:cNvPr id="28" name="Picture Placeholder 3">
            <a:extLst>
              <a:ext uri="{FF2B5EF4-FFF2-40B4-BE49-F238E27FC236}">
                <a16:creationId xmlns:a16="http://schemas.microsoft.com/office/drawing/2014/main" id="{9097EC7F-60C4-4063-92B8-C6B42DC476BB}"/>
              </a:ext>
            </a:extLst>
          </p:cNvPr>
          <p:cNvSpPr>
            <a:spLocks noGrp="1" noChangeAspect="1"/>
          </p:cNvSpPr>
          <p:nvPr>
            <p:ph type="pic" sz="quarter" idx="26" hasCustomPrompt="1"/>
          </p:nvPr>
        </p:nvSpPr>
        <p:spPr>
          <a:xfrm>
            <a:off x="1819275" y="2982514"/>
            <a:ext cx="1554480" cy="1554480"/>
          </a:xfrm>
          <a:solidFill>
            <a:srgbClr val="FFFF00"/>
          </a:solidFill>
        </p:spPr>
        <p:txBody>
          <a:bodyPr>
            <a:normAutofit/>
          </a:bodyPr>
          <a:lstStyle>
            <a:lvl1pPr marL="0" indent="0" algn="ctr">
              <a:buNone/>
              <a:defRPr sz="1100">
                <a:latin typeface="Inter" panose="020B0502030000000004" pitchFamily="34" charset="0"/>
                <a:ea typeface="Inter" panose="020B0502030000000004" pitchFamily="34" charset="0"/>
                <a:cs typeface="Inter" panose="020B0502030000000004" pitchFamily="34" charset="0"/>
              </a:defRPr>
            </a:lvl1pPr>
          </a:lstStyle>
          <a:p>
            <a:r>
              <a:rPr lang="en-US"/>
              <a:t>Click Icon to Insert Picture ‒ 1.7”x1.7”</a:t>
            </a:r>
          </a:p>
        </p:txBody>
      </p:sp>
      <p:sp>
        <p:nvSpPr>
          <p:cNvPr id="244" name="Body Level One…"/>
          <p:cNvSpPr txBox="1">
            <a:spLocks noGrp="1"/>
          </p:cNvSpPr>
          <p:nvPr>
            <p:ph type="body" sz="quarter" idx="1" hasCustomPrompt="1"/>
          </p:nvPr>
        </p:nvSpPr>
        <p:spPr>
          <a:xfrm>
            <a:off x="1491527" y="4680471"/>
            <a:ext cx="2220273" cy="229751"/>
          </a:xfrm>
          <a:prstGeom prst="rect">
            <a:avLst/>
          </a:prstGeom>
        </p:spPr>
        <p:txBody>
          <a:bodyPr>
            <a:normAutofit/>
          </a:bodyPr>
          <a:lstStyle>
            <a:lvl1pPr marL="0" indent="0" algn="ctr">
              <a:buSzTx/>
              <a:buFontTx/>
              <a:buNone/>
              <a:defRPr sz="1200">
                <a:solidFill>
                  <a:schemeClr val="accent1"/>
                </a:solidFill>
                <a:latin typeface="Arial"/>
                <a:ea typeface="Arial"/>
                <a:cs typeface="Arial"/>
                <a:sym typeface="Arial"/>
              </a:defRPr>
            </a:lvl1pPr>
            <a:lvl2pPr marL="571500" indent="-114300" algn="ctr">
              <a:buFontTx/>
              <a:defRPr sz="1200">
                <a:solidFill>
                  <a:schemeClr val="accent1"/>
                </a:solidFill>
                <a:latin typeface="Arial"/>
                <a:ea typeface="Arial"/>
                <a:cs typeface="Arial"/>
                <a:sym typeface="Arial"/>
              </a:defRPr>
            </a:lvl2pPr>
            <a:lvl3pPr marL="1051560" indent="-137160" algn="ctr">
              <a:buFontTx/>
              <a:defRPr sz="1200">
                <a:solidFill>
                  <a:schemeClr val="accent1"/>
                </a:solidFill>
                <a:latin typeface="Arial"/>
                <a:ea typeface="Arial"/>
                <a:cs typeface="Arial"/>
                <a:sym typeface="Arial"/>
              </a:defRPr>
            </a:lvl3pPr>
            <a:lvl4pPr marL="1524000" indent="-152400" algn="ctr">
              <a:buFontTx/>
              <a:defRPr sz="1200">
                <a:solidFill>
                  <a:schemeClr val="accent1"/>
                </a:solidFill>
                <a:latin typeface="Arial"/>
                <a:ea typeface="Arial"/>
                <a:cs typeface="Arial"/>
                <a:sym typeface="Arial"/>
              </a:defRPr>
            </a:lvl4pPr>
            <a:lvl5pPr marL="1981200" indent="-152400" algn="ctr">
              <a:buFontTx/>
              <a:defRPr sz="1200">
                <a:solidFill>
                  <a:schemeClr val="accent1"/>
                </a:solidFill>
                <a:latin typeface="Arial"/>
                <a:ea typeface="Arial"/>
                <a:cs typeface="Arial"/>
                <a:sym typeface="Arial"/>
              </a:defRPr>
            </a:lvl5pPr>
          </a:lstStyle>
          <a:p>
            <a:r>
              <a:t>Analyst</a:t>
            </a:r>
          </a:p>
          <a:p>
            <a:pPr lvl="1"/>
            <a:endParaRPr/>
          </a:p>
          <a:p>
            <a:pPr lvl="2"/>
            <a:endParaRPr/>
          </a:p>
          <a:p>
            <a:pPr lvl="3"/>
            <a:endParaRPr/>
          </a:p>
          <a:p>
            <a:pPr lvl="4"/>
            <a:endParaRPr/>
          </a:p>
        </p:txBody>
      </p:sp>
      <p:sp>
        <p:nvSpPr>
          <p:cNvPr id="249" name="Text Placeholder 7"/>
          <p:cNvSpPr>
            <a:spLocks noGrp="1"/>
          </p:cNvSpPr>
          <p:nvPr>
            <p:ph type="body" sz="quarter" idx="21" hasCustomPrompt="1"/>
          </p:nvPr>
        </p:nvSpPr>
        <p:spPr>
          <a:xfrm>
            <a:off x="1084870" y="2309603"/>
            <a:ext cx="3033586" cy="430327"/>
          </a:xfrm>
          <a:prstGeom prst="rect">
            <a:avLst/>
          </a:prstGeom>
        </p:spPr>
        <p:txBody>
          <a:bodyPr>
            <a:normAutofit/>
          </a:bodyPr>
          <a:lstStyle>
            <a:lvl1pPr marL="0" indent="0" algn="ctr" defTabSz="822959">
              <a:spcBef>
                <a:spcPts val="900"/>
              </a:spcBef>
              <a:buSzTx/>
              <a:buFontTx/>
              <a:buNone/>
              <a:defRPr sz="1400">
                <a:solidFill>
                  <a:srgbClr val="303030"/>
                </a:solidFill>
                <a:latin typeface="Arial"/>
                <a:ea typeface="Arial"/>
                <a:cs typeface="Arial"/>
                <a:sym typeface="Arial"/>
              </a:defRPr>
            </a:lvl1pPr>
          </a:lstStyle>
          <a:p>
            <a:r>
              <a:t>“I can investigate twice as many </a:t>
            </a:r>
            <a:r>
              <a:rPr lang="en-US"/>
              <a:t> </a:t>
            </a:r>
            <a:r>
              <a:t>daily alerts.”</a:t>
            </a:r>
          </a:p>
        </p:txBody>
      </p:sp>
      <p:sp>
        <p:nvSpPr>
          <p:cNvPr id="250" name="Text Placeholder 7"/>
          <p:cNvSpPr>
            <a:spLocks noGrp="1"/>
          </p:cNvSpPr>
          <p:nvPr>
            <p:ph type="body" sz="quarter" idx="22" hasCustomPrompt="1"/>
          </p:nvPr>
        </p:nvSpPr>
        <p:spPr>
          <a:xfrm>
            <a:off x="4841094" y="4680471"/>
            <a:ext cx="2220273" cy="229751"/>
          </a:xfrm>
          <a:prstGeom prst="rect">
            <a:avLst/>
          </a:prstGeom>
        </p:spPr>
        <p:txBody>
          <a:bodyPr>
            <a:normAutofit/>
          </a:bodyPr>
          <a:lstStyle>
            <a:lvl1pPr marL="0" indent="0" algn="ctr" defTabSz="795527">
              <a:spcBef>
                <a:spcPts val="800"/>
              </a:spcBef>
              <a:buSzTx/>
              <a:buFontTx/>
              <a:buNone/>
              <a:defRPr sz="1200">
                <a:solidFill>
                  <a:schemeClr val="accent1"/>
                </a:solidFill>
                <a:latin typeface="Arial"/>
                <a:ea typeface="Arial"/>
                <a:cs typeface="Arial"/>
                <a:sym typeface="Arial"/>
              </a:defRPr>
            </a:lvl1pPr>
          </a:lstStyle>
          <a:p>
            <a:r>
              <a:t>Deputy CISO</a:t>
            </a:r>
          </a:p>
        </p:txBody>
      </p:sp>
      <p:sp>
        <p:nvSpPr>
          <p:cNvPr id="252" name="Text Placeholder 7"/>
          <p:cNvSpPr>
            <a:spLocks noGrp="1"/>
          </p:cNvSpPr>
          <p:nvPr>
            <p:ph type="body" sz="quarter" idx="23" hasCustomPrompt="1"/>
          </p:nvPr>
        </p:nvSpPr>
        <p:spPr>
          <a:xfrm>
            <a:off x="4465611" y="2309603"/>
            <a:ext cx="3033586" cy="430327"/>
          </a:xfrm>
          <a:prstGeom prst="rect">
            <a:avLst/>
          </a:prstGeom>
        </p:spPr>
        <p:txBody>
          <a:bodyPr>
            <a:normAutofit/>
          </a:bodyPr>
          <a:lstStyle>
            <a:lvl1pPr marL="0" indent="0" algn="ctr" defTabSz="822959">
              <a:spcBef>
                <a:spcPts val="900"/>
              </a:spcBef>
              <a:buSzTx/>
              <a:buFontTx/>
              <a:buNone/>
              <a:defRPr sz="1400">
                <a:solidFill>
                  <a:srgbClr val="303030"/>
                </a:solidFill>
                <a:latin typeface="Arial"/>
                <a:ea typeface="Arial"/>
                <a:cs typeface="Arial"/>
                <a:sym typeface="Arial"/>
              </a:defRPr>
            </a:lvl1pPr>
          </a:lstStyle>
          <a:p>
            <a:r>
              <a:t>“I can detect what was previously impossible to find”</a:t>
            </a:r>
          </a:p>
        </p:txBody>
      </p:sp>
      <p:sp>
        <p:nvSpPr>
          <p:cNvPr id="253" name="Text Placeholder 7"/>
          <p:cNvSpPr>
            <a:spLocks noGrp="1"/>
          </p:cNvSpPr>
          <p:nvPr>
            <p:ph type="body" sz="quarter" idx="24" hasCustomPrompt="1"/>
          </p:nvPr>
        </p:nvSpPr>
        <p:spPr>
          <a:xfrm>
            <a:off x="8333828" y="4680471"/>
            <a:ext cx="2220273" cy="229751"/>
          </a:xfrm>
          <a:prstGeom prst="rect">
            <a:avLst/>
          </a:prstGeom>
        </p:spPr>
        <p:txBody>
          <a:bodyPr>
            <a:normAutofit/>
          </a:bodyPr>
          <a:lstStyle>
            <a:lvl1pPr marL="0" indent="0" algn="ctr" defTabSz="795527">
              <a:spcBef>
                <a:spcPts val="800"/>
              </a:spcBef>
              <a:buSzTx/>
              <a:buFontTx/>
              <a:buNone/>
              <a:defRPr sz="1200">
                <a:solidFill>
                  <a:schemeClr val="accent1"/>
                </a:solidFill>
                <a:latin typeface="Arial"/>
                <a:ea typeface="Arial"/>
                <a:cs typeface="Arial"/>
                <a:sym typeface="Arial"/>
              </a:defRPr>
            </a:lvl1pPr>
          </a:lstStyle>
          <a:p>
            <a:r>
              <a:t>CISO</a:t>
            </a:r>
          </a:p>
        </p:txBody>
      </p:sp>
      <p:sp>
        <p:nvSpPr>
          <p:cNvPr id="255" name="Text Placeholder 7"/>
          <p:cNvSpPr>
            <a:spLocks noGrp="1"/>
          </p:cNvSpPr>
          <p:nvPr>
            <p:ph type="body" sz="quarter" idx="25" hasCustomPrompt="1"/>
          </p:nvPr>
        </p:nvSpPr>
        <p:spPr>
          <a:xfrm>
            <a:off x="7948857" y="2309603"/>
            <a:ext cx="3033586" cy="430327"/>
          </a:xfrm>
          <a:prstGeom prst="rect">
            <a:avLst/>
          </a:prstGeom>
        </p:spPr>
        <p:txBody>
          <a:bodyPr>
            <a:normAutofit/>
          </a:bodyPr>
          <a:lstStyle>
            <a:lvl1pPr marL="0" indent="0" algn="ctr">
              <a:buSzTx/>
              <a:buFontTx/>
              <a:buNone/>
              <a:defRPr sz="1400">
                <a:solidFill>
                  <a:srgbClr val="303030"/>
                </a:solidFill>
                <a:latin typeface="Arial"/>
                <a:ea typeface="Arial"/>
                <a:cs typeface="Arial"/>
                <a:sym typeface="Arial"/>
              </a:defRPr>
            </a:lvl1pPr>
          </a:lstStyle>
          <a:p>
            <a:r>
              <a:t>“Now I can see the whole picture.”</a:t>
            </a:r>
          </a:p>
        </p:txBody>
      </p:sp>
      <p:grpSp>
        <p:nvGrpSpPr>
          <p:cNvPr id="22" name="Group 21">
            <a:extLst>
              <a:ext uri="{FF2B5EF4-FFF2-40B4-BE49-F238E27FC236}">
                <a16:creationId xmlns:a16="http://schemas.microsoft.com/office/drawing/2014/main" id="{11345B13-6204-4EBF-BEEB-668E48196D8B}"/>
              </a:ext>
            </a:extLst>
          </p:cNvPr>
          <p:cNvGrpSpPr/>
          <p:nvPr/>
        </p:nvGrpSpPr>
        <p:grpSpPr>
          <a:xfrm>
            <a:off x="10284756" y="5587138"/>
            <a:ext cx="1907244" cy="1270862"/>
            <a:chOff x="10284756" y="5587138"/>
            <a:chExt cx="1907244" cy="1270862"/>
          </a:xfrm>
        </p:grpSpPr>
        <p:grpSp>
          <p:nvGrpSpPr>
            <p:cNvPr id="23" name="Group 22">
              <a:extLst>
                <a:ext uri="{FF2B5EF4-FFF2-40B4-BE49-F238E27FC236}">
                  <a16:creationId xmlns:a16="http://schemas.microsoft.com/office/drawing/2014/main" id="{FBB7E740-2D86-4F16-B3E8-927292355AC2}"/>
                </a:ext>
              </a:extLst>
            </p:cNvPr>
            <p:cNvGrpSpPr/>
            <p:nvPr userDrawn="1"/>
          </p:nvGrpSpPr>
          <p:grpSpPr>
            <a:xfrm flipH="1" flipV="1">
              <a:off x="10284756" y="5587138"/>
              <a:ext cx="1907244" cy="1270862"/>
              <a:chOff x="-20321" y="-7868"/>
              <a:chExt cx="1907244" cy="1270862"/>
            </a:xfrm>
          </p:grpSpPr>
          <p:sp>
            <p:nvSpPr>
              <p:cNvPr id="25" name="Rectangle 8">
                <a:extLst>
                  <a:ext uri="{FF2B5EF4-FFF2-40B4-BE49-F238E27FC236}">
                    <a16:creationId xmlns:a16="http://schemas.microsoft.com/office/drawing/2014/main" id="{C4BD9936-B13B-4241-ACD4-EAE8893D0335}"/>
                  </a:ext>
                </a:extLst>
              </p:cNvPr>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26" name="Rectangle 10">
                <a:extLst>
                  <a:ext uri="{FF2B5EF4-FFF2-40B4-BE49-F238E27FC236}">
                    <a16:creationId xmlns:a16="http://schemas.microsoft.com/office/drawing/2014/main" id="{517AD317-B734-439E-A01B-29213350CC5C}"/>
                  </a:ext>
                </a:extLst>
              </p:cNvPr>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24" name="Picture 6" descr="Picture 6">
              <a:extLst>
                <a:ext uri="{FF2B5EF4-FFF2-40B4-BE49-F238E27FC236}">
                  <a16:creationId xmlns:a16="http://schemas.microsoft.com/office/drawing/2014/main" id="{AF61B80D-EB3B-44EB-914E-2D92214044F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sp>
        <p:nvSpPr>
          <p:cNvPr id="2" name="Title 1">
            <a:extLst>
              <a:ext uri="{FF2B5EF4-FFF2-40B4-BE49-F238E27FC236}">
                <a16:creationId xmlns:a16="http://schemas.microsoft.com/office/drawing/2014/main" id="{F7DB9DCA-222B-4C0D-A2A1-4C6686998234}"/>
              </a:ext>
            </a:extLst>
          </p:cNvPr>
          <p:cNvSpPr>
            <a:spLocks noGrp="1"/>
          </p:cNvSpPr>
          <p:nvPr>
            <p:ph type="title" hasCustomPrompt="1"/>
          </p:nvPr>
        </p:nvSpPr>
        <p:spPr/>
        <p:txBody>
          <a:bodyPr/>
          <a:lstStyle>
            <a:lvl1pPr>
              <a:defRPr/>
            </a:lvl1pPr>
          </a:lstStyle>
          <a:p>
            <a:r>
              <a:rPr lang="en-US"/>
              <a:t>Three Column Images</a:t>
            </a:r>
          </a:p>
        </p:txBody>
      </p:sp>
      <p:sp>
        <p:nvSpPr>
          <p:cNvPr id="30" name="Slide Number">
            <a:extLst>
              <a:ext uri="{FF2B5EF4-FFF2-40B4-BE49-F238E27FC236}">
                <a16:creationId xmlns:a16="http://schemas.microsoft.com/office/drawing/2014/main" id="{3D30D958-78C6-4AF7-BDD8-C669CD39E318}"/>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31" name="TextBox 7">
            <a:extLst>
              <a:ext uri="{FF2B5EF4-FFF2-40B4-BE49-F238E27FC236}">
                <a16:creationId xmlns:a16="http://schemas.microsoft.com/office/drawing/2014/main" id="{CE1C60AC-371E-4FBB-BE5D-824B5F51F45D}"/>
              </a:ext>
            </a:extLst>
          </p:cNvPr>
          <p:cNvSpPr txBox="1"/>
          <p:nvPr userDrawn="1"/>
        </p:nvSpPr>
        <p:spPr>
          <a:xfrm>
            <a:off x="561070" y="6476267"/>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Tree>
    <p:extLst>
      <p:ext uri="{BB962C8B-B14F-4D97-AF65-F5344CB8AC3E}">
        <p14:creationId xmlns:p14="http://schemas.microsoft.com/office/powerpoint/2010/main" val="3680412450"/>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ogo Cloud and Copy">
    <p:spTree>
      <p:nvGrpSpPr>
        <p:cNvPr id="1" name=""/>
        <p:cNvGrpSpPr/>
        <p:nvPr/>
      </p:nvGrpSpPr>
      <p:grpSpPr>
        <a:xfrm>
          <a:off x="0" y="0"/>
          <a:ext cx="0" cy="0"/>
          <a:chOff x="0" y="0"/>
          <a:chExt cx="0" cy="0"/>
        </a:xfrm>
      </p:grpSpPr>
      <p:sp>
        <p:nvSpPr>
          <p:cNvPr id="268" name="Body Level One…"/>
          <p:cNvSpPr txBox="1">
            <a:spLocks noGrp="1"/>
          </p:cNvSpPr>
          <p:nvPr>
            <p:ph type="body" sz="half" idx="1" hasCustomPrompt="1"/>
          </p:nvPr>
        </p:nvSpPr>
        <p:spPr>
          <a:xfrm>
            <a:off x="598448" y="2497873"/>
            <a:ext cx="10764643" cy="3546647"/>
          </a:xfrm>
          <a:prstGeom prst="rect">
            <a:avLst/>
          </a:prstGeom>
          <a:solidFill>
            <a:srgbClr val="FFFF00"/>
          </a:solidFill>
          <a:ln w="9525">
            <a:solidFill>
              <a:srgbClr val="FFFF00"/>
            </a:solidFill>
            <a:round/>
          </a:ln>
        </p:spPr>
        <p:txBody>
          <a:bodyPr anchor="ctr">
            <a:normAutofit/>
          </a:bodyPr>
          <a:lstStyle>
            <a:lvl1pPr marL="0" indent="0" algn="ctr">
              <a:buSzTx/>
              <a:buFontTx/>
              <a:buNone/>
              <a:defRPr sz="4800">
                <a:latin typeface="Arial"/>
                <a:ea typeface="Arial"/>
                <a:cs typeface="Arial"/>
                <a:sym typeface="Arial"/>
              </a:defRPr>
            </a:lvl1pPr>
            <a:lvl2pPr marL="914400" indent="-457200" algn="ctr">
              <a:buFontTx/>
              <a:defRPr sz="4800">
                <a:latin typeface="Arial"/>
                <a:ea typeface="Arial"/>
                <a:cs typeface="Arial"/>
                <a:sym typeface="Arial"/>
              </a:defRPr>
            </a:lvl2pPr>
            <a:lvl3pPr marL="1463039" indent="-548639" algn="ctr">
              <a:buFontTx/>
              <a:defRPr sz="4800">
                <a:latin typeface="Arial"/>
                <a:ea typeface="Arial"/>
                <a:cs typeface="Arial"/>
                <a:sym typeface="Arial"/>
              </a:defRPr>
            </a:lvl3pPr>
            <a:lvl4pPr marL="1981200" indent="-609600" algn="ctr">
              <a:buFontTx/>
              <a:defRPr sz="4800">
                <a:latin typeface="Arial"/>
                <a:ea typeface="Arial"/>
                <a:cs typeface="Arial"/>
                <a:sym typeface="Arial"/>
              </a:defRPr>
            </a:lvl4pPr>
            <a:lvl5pPr marL="1828800" indent="0" algn="ctr">
              <a:buFontTx/>
              <a:buNone/>
              <a:defRPr sz="4800">
                <a:latin typeface="Arial"/>
                <a:ea typeface="Arial"/>
                <a:cs typeface="Arial"/>
                <a:sym typeface="Arial"/>
              </a:defRPr>
            </a:lvl5pPr>
          </a:lstStyle>
          <a:p>
            <a:r>
              <a:t>INSERT LOGO CLOUD AND</a:t>
            </a:r>
            <a:r>
              <a:rPr lang="en-US"/>
              <a:t>                 </a:t>
            </a:r>
            <a:r>
              <a:t>THEN DELETE THIS BOX</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71" name="Text Placeholder 13"/>
          <p:cNvSpPr>
            <a:spLocks noGrp="1"/>
          </p:cNvSpPr>
          <p:nvPr>
            <p:ph type="body" sz="quarter" idx="21" hasCustomPrompt="1"/>
          </p:nvPr>
        </p:nvSpPr>
        <p:spPr>
          <a:xfrm>
            <a:off x="574763" y="1175881"/>
            <a:ext cx="5776609" cy="1117812"/>
          </a:xfrm>
          <a:prstGeom prst="rect">
            <a:avLst/>
          </a:prstGeom>
        </p:spPr>
        <p:txBody>
          <a:bodyPr>
            <a:normAutofit/>
          </a:bodyPr>
          <a:lstStyle>
            <a:lvl1pPr marL="0" indent="0">
              <a:buSzTx/>
              <a:buFontTx/>
              <a:buNone/>
              <a:defRPr sz="16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endParaRPr/>
          </a:p>
        </p:txBody>
      </p:sp>
      <p:sp>
        <p:nvSpPr>
          <p:cNvPr id="2" name="Title 1">
            <a:extLst>
              <a:ext uri="{FF2B5EF4-FFF2-40B4-BE49-F238E27FC236}">
                <a16:creationId xmlns:a16="http://schemas.microsoft.com/office/drawing/2014/main" id="{A116BCC6-5389-404F-8397-F959C5D52BDE}"/>
              </a:ext>
            </a:extLst>
          </p:cNvPr>
          <p:cNvSpPr>
            <a:spLocks noGrp="1"/>
          </p:cNvSpPr>
          <p:nvPr>
            <p:ph type="title" hasCustomPrompt="1"/>
          </p:nvPr>
        </p:nvSpPr>
        <p:spPr/>
        <p:txBody>
          <a:bodyPr>
            <a:normAutofit/>
          </a:bodyPr>
          <a:lstStyle>
            <a:lvl1pPr>
              <a:defRPr/>
            </a:lvl1pPr>
          </a:lstStyle>
          <a:p>
            <a:r>
              <a:rPr lang="en-US"/>
              <a:t>Logo Cloud and Copy</a:t>
            </a:r>
          </a:p>
        </p:txBody>
      </p:sp>
    </p:spTree>
    <p:extLst>
      <p:ext uri="{BB962C8B-B14F-4D97-AF65-F5344CB8AC3E}">
        <p14:creationId xmlns:p14="http://schemas.microsoft.com/office/powerpoint/2010/main" val="1100849921"/>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rge Logo Cloud">
    <p:spTree>
      <p:nvGrpSpPr>
        <p:cNvPr id="1" name=""/>
        <p:cNvGrpSpPr/>
        <p:nvPr/>
      </p:nvGrpSpPr>
      <p:grpSpPr>
        <a:xfrm>
          <a:off x="0" y="0"/>
          <a:ext cx="0" cy="0"/>
          <a:chOff x="0" y="0"/>
          <a:chExt cx="0" cy="0"/>
        </a:xfrm>
      </p:grpSpPr>
      <p:sp>
        <p:nvSpPr>
          <p:cNvPr id="268" name="Body Level One…"/>
          <p:cNvSpPr txBox="1">
            <a:spLocks noGrp="1"/>
          </p:cNvSpPr>
          <p:nvPr>
            <p:ph type="body" sz="half" idx="1" hasCustomPrompt="1"/>
          </p:nvPr>
        </p:nvSpPr>
        <p:spPr>
          <a:xfrm>
            <a:off x="609600" y="1269922"/>
            <a:ext cx="10641497" cy="4673678"/>
          </a:xfrm>
          <a:prstGeom prst="rect">
            <a:avLst/>
          </a:prstGeom>
          <a:solidFill>
            <a:srgbClr val="FFFF00"/>
          </a:solidFill>
          <a:ln w="9525">
            <a:solidFill>
              <a:srgbClr val="FFFF00"/>
            </a:solidFill>
            <a:round/>
          </a:ln>
        </p:spPr>
        <p:txBody>
          <a:bodyPr anchor="ctr">
            <a:noAutofit/>
          </a:bodyPr>
          <a:lstStyle>
            <a:lvl1pPr marL="0" indent="0" algn="ctr">
              <a:buSzTx/>
              <a:buFontTx/>
              <a:buNone/>
              <a:defRPr sz="4800">
                <a:latin typeface="Arial"/>
                <a:ea typeface="Arial"/>
                <a:cs typeface="Arial"/>
                <a:sym typeface="Arial"/>
              </a:defRPr>
            </a:lvl1pPr>
            <a:lvl2pPr marL="914400" indent="-457200" algn="ctr">
              <a:buFontTx/>
              <a:defRPr sz="4800">
                <a:latin typeface="Arial"/>
                <a:ea typeface="Arial"/>
                <a:cs typeface="Arial"/>
                <a:sym typeface="Arial"/>
              </a:defRPr>
            </a:lvl2pPr>
            <a:lvl3pPr marL="1463039" indent="-548639" algn="ctr">
              <a:buFontTx/>
              <a:defRPr sz="4800">
                <a:latin typeface="Arial"/>
                <a:ea typeface="Arial"/>
                <a:cs typeface="Arial"/>
                <a:sym typeface="Arial"/>
              </a:defRPr>
            </a:lvl3pPr>
            <a:lvl4pPr marL="1981200" indent="-609600" algn="ctr">
              <a:buFontTx/>
              <a:defRPr sz="4800">
                <a:latin typeface="Arial"/>
                <a:ea typeface="Arial"/>
                <a:cs typeface="Arial"/>
                <a:sym typeface="Arial"/>
              </a:defRPr>
            </a:lvl4pPr>
            <a:lvl5pPr marL="1828800" indent="0" algn="ctr">
              <a:buFontTx/>
              <a:buNone/>
              <a:defRPr sz="4800">
                <a:latin typeface="Arial"/>
                <a:ea typeface="Arial"/>
                <a:cs typeface="Arial"/>
                <a:sym typeface="Arial"/>
              </a:defRPr>
            </a:lvl5pPr>
          </a:lstStyle>
          <a:p>
            <a:r>
              <a:rPr lang="en-US"/>
              <a:t>INSERT GRAPH/CHART IN           THIS SPACE AND THEN              DELETE THIS BOX</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2CF07064-4925-4783-850E-D69A07C524B4}"/>
              </a:ext>
            </a:extLst>
          </p:cNvPr>
          <p:cNvSpPr>
            <a:spLocks noGrp="1"/>
          </p:cNvSpPr>
          <p:nvPr>
            <p:ph type="title" hasCustomPrompt="1"/>
          </p:nvPr>
        </p:nvSpPr>
        <p:spPr/>
        <p:txBody>
          <a:bodyPr/>
          <a:lstStyle>
            <a:lvl1pPr>
              <a:defRPr/>
            </a:lvl1pPr>
          </a:lstStyle>
          <a:p>
            <a:r>
              <a:rPr lang="en-US"/>
              <a:t>Large Logo Cloud</a:t>
            </a:r>
          </a:p>
        </p:txBody>
      </p:sp>
    </p:spTree>
    <p:extLst>
      <p:ext uri="{BB962C8B-B14F-4D97-AF65-F5344CB8AC3E}">
        <p14:creationId xmlns:p14="http://schemas.microsoft.com/office/powerpoint/2010/main" val="4061533736"/>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Column Logo">
    <p:spTree>
      <p:nvGrpSpPr>
        <p:cNvPr id="1" name=""/>
        <p:cNvGrpSpPr/>
        <p:nvPr/>
      </p:nvGrpSpPr>
      <p:grpSpPr>
        <a:xfrm>
          <a:off x="0" y="0"/>
          <a:ext cx="0" cy="0"/>
          <a:chOff x="0" y="0"/>
          <a:chExt cx="0" cy="0"/>
        </a:xfrm>
      </p:grpSpPr>
      <p:sp>
        <p:nvSpPr>
          <p:cNvPr id="292" name="Body Level One…"/>
          <p:cNvSpPr txBox="1">
            <a:spLocks noGrp="1"/>
          </p:cNvSpPr>
          <p:nvPr>
            <p:ph type="body" sz="quarter" idx="1" hasCustomPrompt="1"/>
          </p:nvPr>
        </p:nvSpPr>
        <p:spPr>
          <a:xfrm>
            <a:off x="566055" y="1273654"/>
            <a:ext cx="3239591" cy="578835"/>
          </a:xfrm>
          <a:prstGeom prst="rect">
            <a:avLst/>
          </a:prstGeom>
          <a:solidFill>
            <a:srgbClr val="FFFF00"/>
          </a:solidFill>
          <a:ln w="9525">
            <a:solidFill>
              <a:srgbClr val="FFFF00"/>
            </a:solidFill>
            <a:round/>
          </a:ln>
        </p:spPr>
        <p:txBody>
          <a:bodyPr anchor="ctr">
            <a:normAutofit/>
          </a:bodyPr>
          <a:lstStyle>
            <a:lvl1pPr marL="0" indent="0">
              <a:buSzTx/>
              <a:buFontTx/>
              <a:buNone/>
              <a:defRPr sz="3000">
                <a:latin typeface="Arial"/>
                <a:ea typeface="Arial"/>
                <a:cs typeface="Arial"/>
                <a:sym typeface="Arial"/>
              </a:defRPr>
            </a:lvl1pPr>
            <a:lvl2pPr marL="742950" indent="-285750">
              <a:buFontTx/>
              <a:defRPr sz="3000">
                <a:latin typeface="Arial"/>
                <a:ea typeface="Arial"/>
                <a:cs typeface="Arial"/>
                <a:sym typeface="Arial"/>
              </a:defRPr>
            </a:lvl2pPr>
            <a:lvl3pPr marL="1257300" indent="-342900">
              <a:buFontTx/>
              <a:defRPr sz="3000">
                <a:latin typeface="Arial"/>
                <a:ea typeface="Arial"/>
                <a:cs typeface="Arial"/>
                <a:sym typeface="Arial"/>
              </a:defRPr>
            </a:lvl3pPr>
            <a:lvl4pPr marL="1752600" indent="-381000">
              <a:buFontTx/>
              <a:defRPr sz="3000">
                <a:latin typeface="Arial"/>
                <a:ea typeface="Arial"/>
                <a:cs typeface="Arial"/>
                <a:sym typeface="Arial"/>
              </a:defRPr>
            </a:lvl4pPr>
            <a:lvl5pPr marL="2209800" indent="-381000">
              <a:buFontTx/>
              <a:defRPr sz="3000">
                <a:latin typeface="Arial"/>
                <a:ea typeface="Arial"/>
                <a:cs typeface="Arial"/>
                <a:sym typeface="Arial"/>
              </a:defRPr>
            </a:lvl5pPr>
          </a:lstStyle>
          <a:p>
            <a:r>
              <a:t>LOGO </a:t>
            </a:r>
          </a:p>
        </p:txBody>
      </p:sp>
      <p:sp>
        <p:nvSpPr>
          <p:cNvPr id="293" name="Text Placeholder 11"/>
          <p:cNvSpPr>
            <a:spLocks noGrp="1"/>
          </p:cNvSpPr>
          <p:nvPr>
            <p:ph type="body" sz="quarter" idx="21" hasCustomPrompt="1"/>
          </p:nvPr>
        </p:nvSpPr>
        <p:spPr>
          <a:xfrm>
            <a:off x="4226672" y="1273654"/>
            <a:ext cx="3210448" cy="578835"/>
          </a:xfrm>
          <a:prstGeom prst="rect">
            <a:avLst/>
          </a:prstGeom>
          <a:solidFill>
            <a:srgbClr val="FFFF00"/>
          </a:solidFill>
          <a:ln w="9525">
            <a:solidFill>
              <a:srgbClr val="FFFF00"/>
            </a:solidFill>
            <a:round/>
          </a:ln>
        </p:spPr>
        <p:txBody>
          <a:bodyPr anchor="ctr">
            <a:normAutofit/>
          </a:bodyPr>
          <a:lstStyle>
            <a:lvl1pPr marL="0" indent="0">
              <a:buSzTx/>
              <a:buFontTx/>
              <a:buNone/>
              <a:defRPr sz="3000">
                <a:latin typeface="Arial"/>
                <a:ea typeface="Arial"/>
                <a:cs typeface="Arial"/>
                <a:sym typeface="Arial"/>
              </a:defRPr>
            </a:lvl1pPr>
          </a:lstStyle>
          <a:p>
            <a:r>
              <a:t>LOGO</a:t>
            </a:r>
          </a:p>
        </p:txBody>
      </p:sp>
      <p:sp>
        <p:nvSpPr>
          <p:cNvPr id="294" name="Text Placeholder 11"/>
          <p:cNvSpPr>
            <a:spLocks noGrp="1"/>
          </p:cNvSpPr>
          <p:nvPr>
            <p:ph type="body" sz="quarter" idx="22" hasCustomPrompt="1"/>
          </p:nvPr>
        </p:nvSpPr>
        <p:spPr>
          <a:xfrm>
            <a:off x="7853792" y="1273654"/>
            <a:ext cx="3240928" cy="578835"/>
          </a:xfrm>
          <a:prstGeom prst="rect">
            <a:avLst/>
          </a:prstGeom>
          <a:solidFill>
            <a:srgbClr val="FFFF00"/>
          </a:solidFill>
          <a:ln w="9525">
            <a:solidFill>
              <a:srgbClr val="FFFF00"/>
            </a:solidFill>
            <a:round/>
          </a:ln>
        </p:spPr>
        <p:txBody>
          <a:bodyPr anchor="ctr">
            <a:normAutofit/>
          </a:bodyPr>
          <a:lstStyle>
            <a:lvl1pPr marL="0" indent="0">
              <a:buSzTx/>
              <a:buFontTx/>
              <a:buNone/>
              <a:defRPr sz="3000">
                <a:latin typeface="Arial"/>
                <a:ea typeface="Arial"/>
                <a:cs typeface="Arial"/>
                <a:sym typeface="Arial"/>
              </a:defRPr>
            </a:lvl1pPr>
          </a:lstStyle>
          <a:p>
            <a:r>
              <a:t>LOGO</a:t>
            </a:r>
          </a:p>
        </p:txBody>
      </p:sp>
      <p:sp>
        <p:nvSpPr>
          <p:cNvPr id="296" name="Slide Number"/>
          <p:cNvSpPr txBox="1">
            <a:spLocks noGrp="1"/>
          </p:cNvSpPr>
          <p:nvPr>
            <p:ph type="sldNum" sz="quarter" idx="2"/>
          </p:nvPr>
        </p:nvSpPr>
        <p:spPr>
          <a:prstGeom prst="rect">
            <a:avLst/>
          </a:prstGeom>
        </p:spPr>
        <p:txBody>
          <a:bodyPr>
            <a:noAutofit/>
          </a:bodyPr>
          <a:lstStyle/>
          <a:p>
            <a:fld id="{86CB4B4D-7CA3-9044-876B-883B54F8677D}" type="slidenum">
              <a:t>‹#›</a:t>
            </a:fld>
            <a:endParaRPr/>
          </a:p>
        </p:txBody>
      </p:sp>
      <p:sp>
        <p:nvSpPr>
          <p:cNvPr id="297" name="Text Placeholder 13"/>
          <p:cNvSpPr>
            <a:spLocks noGrp="1"/>
          </p:cNvSpPr>
          <p:nvPr>
            <p:ph type="body" sz="quarter" idx="23" hasCustomPrompt="1"/>
          </p:nvPr>
        </p:nvSpPr>
        <p:spPr>
          <a:xfrm>
            <a:off x="574764" y="2018765"/>
            <a:ext cx="3222173" cy="4011332"/>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a:t>
            </a:r>
          </a:p>
        </p:txBody>
      </p:sp>
      <p:sp>
        <p:nvSpPr>
          <p:cNvPr id="298" name="Text Placeholder 13"/>
          <p:cNvSpPr>
            <a:spLocks noGrp="1"/>
          </p:cNvSpPr>
          <p:nvPr>
            <p:ph type="body" sz="quarter" idx="24" hasCustomPrompt="1"/>
          </p:nvPr>
        </p:nvSpPr>
        <p:spPr>
          <a:xfrm>
            <a:off x="4235379" y="2018765"/>
            <a:ext cx="3201741" cy="4011332"/>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a:t>
            </a:r>
          </a:p>
        </p:txBody>
      </p:sp>
      <p:sp>
        <p:nvSpPr>
          <p:cNvPr id="299" name="Text Placeholder 13"/>
          <p:cNvSpPr>
            <a:spLocks noGrp="1"/>
          </p:cNvSpPr>
          <p:nvPr>
            <p:ph type="body" sz="quarter" idx="25" hasCustomPrompt="1"/>
          </p:nvPr>
        </p:nvSpPr>
        <p:spPr>
          <a:xfrm>
            <a:off x="7872659" y="2018765"/>
            <a:ext cx="3213352" cy="4011332"/>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a:t>
            </a:r>
          </a:p>
        </p:txBody>
      </p:sp>
      <p:sp>
        <p:nvSpPr>
          <p:cNvPr id="2" name="Title 1">
            <a:extLst>
              <a:ext uri="{FF2B5EF4-FFF2-40B4-BE49-F238E27FC236}">
                <a16:creationId xmlns:a16="http://schemas.microsoft.com/office/drawing/2014/main" id="{96B0E15B-1986-4C3F-ABB8-ECFFB8693194}"/>
              </a:ext>
            </a:extLst>
          </p:cNvPr>
          <p:cNvSpPr>
            <a:spLocks noGrp="1"/>
          </p:cNvSpPr>
          <p:nvPr>
            <p:ph type="title" hasCustomPrompt="1"/>
          </p:nvPr>
        </p:nvSpPr>
        <p:spPr/>
        <p:txBody>
          <a:bodyPr/>
          <a:lstStyle>
            <a:lvl1pPr>
              <a:defRPr/>
            </a:lvl1pPr>
          </a:lstStyle>
          <a:p>
            <a:r>
              <a:rPr lang="en-US"/>
              <a:t>Three Column Logo</a:t>
            </a:r>
          </a:p>
        </p:txBody>
      </p:sp>
    </p:spTree>
    <p:extLst>
      <p:ext uri="{BB962C8B-B14F-4D97-AF65-F5344CB8AC3E}">
        <p14:creationId xmlns:p14="http://schemas.microsoft.com/office/powerpoint/2010/main" val="3941829185"/>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Exabeam Values">
    <p:spTree>
      <p:nvGrpSpPr>
        <p:cNvPr id="1" name=""/>
        <p:cNvGrpSpPr/>
        <p:nvPr/>
      </p:nvGrpSpPr>
      <p:grpSpPr>
        <a:xfrm>
          <a:off x="0" y="0"/>
          <a:ext cx="0" cy="0"/>
          <a:chOff x="0" y="0"/>
          <a:chExt cx="0" cy="0"/>
        </a:xfrm>
      </p:grpSpPr>
      <p:sp>
        <p:nvSpPr>
          <p:cNvPr id="31" name="Picture Placeholder 3">
            <a:extLst>
              <a:ext uri="{FF2B5EF4-FFF2-40B4-BE49-F238E27FC236}">
                <a16:creationId xmlns:a16="http://schemas.microsoft.com/office/drawing/2014/main" id="{163AE816-061F-40F1-9CB9-7E28EACB622D}"/>
              </a:ext>
            </a:extLst>
          </p:cNvPr>
          <p:cNvSpPr>
            <a:spLocks noGrp="1" noChangeAspect="1"/>
          </p:cNvSpPr>
          <p:nvPr>
            <p:ph type="pic" sz="quarter" idx="31" hasCustomPrompt="1"/>
          </p:nvPr>
        </p:nvSpPr>
        <p:spPr>
          <a:xfrm>
            <a:off x="550069" y="1264388"/>
            <a:ext cx="777240" cy="777240"/>
          </a:xfrm>
          <a:noFill/>
        </p:spPr>
        <p:txBody>
          <a:bodyPr>
            <a:normAutofit/>
          </a:bodyPr>
          <a:lstStyle>
            <a:lvl1pPr marL="0" indent="0" algn="ctr">
              <a:buNone/>
              <a:defRPr sz="1100"/>
            </a:lvl1pPr>
          </a:lstStyle>
          <a:p>
            <a:r>
              <a:rPr lang="en-US"/>
              <a:t>ICON</a:t>
            </a:r>
          </a:p>
        </p:txBody>
      </p:sp>
      <p:sp>
        <p:nvSpPr>
          <p:cNvPr id="41" name="Picture Placeholder 3">
            <a:extLst>
              <a:ext uri="{FF2B5EF4-FFF2-40B4-BE49-F238E27FC236}">
                <a16:creationId xmlns:a16="http://schemas.microsoft.com/office/drawing/2014/main" id="{95B04A59-9AEE-4310-AD35-8EC2DA57A500}"/>
              </a:ext>
            </a:extLst>
          </p:cNvPr>
          <p:cNvSpPr>
            <a:spLocks noGrp="1" noChangeAspect="1"/>
          </p:cNvSpPr>
          <p:nvPr>
            <p:ph type="pic" sz="quarter" idx="32" hasCustomPrompt="1"/>
          </p:nvPr>
        </p:nvSpPr>
        <p:spPr>
          <a:xfrm>
            <a:off x="2704689" y="1264388"/>
            <a:ext cx="777240" cy="777240"/>
          </a:xfrm>
          <a:noFill/>
        </p:spPr>
        <p:txBody>
          <a:bodyPr>
            <a:normAutofit/>
          </a:bodyPr>
          <a:lstStyle>
            <a:lvl1pPr marL="0" indent="0" algn="ctr">
              <a:buNone/>
              <a:defRPr sz="1100"/>
            </a:lvl1pPr>
          </a:lstStyle>
          <a:p>
            <a:r>
              <a:rPr lang="en-US"/>
              <a:t>ICON</a:t>
            </a:r>
          </a:p>
        </p:txBody>
      </p:sp>
      <p:sp>
        <p:nvSpPr>
          <p:cNvPr id="42" name="Picture Placeholder 3">
            <a:extLst>
              <a:ext uri="{FF2B5EF4-FFF2-40B4-BE49-F238E27FC236}">
                <a16:creationId xmlns:a16="http://schemas.microsoft.com/office/drawing/2014/main" id="{FB04C21D-3692-4E1C-8EF7-6F5008C01CC5}"/>
              </a:ext>
            </a:extLst>
          </p:cNvPr>
          <p:cNvSpPr>
            <a:spLocks noGrp="1" noChangeAspect="1"/>
          </p:cNvSpPr>
          <p:nvPr>
            <p:ph type="pic" sz="quarter" idx="33" hasCustomPrompt="1"/>
          </p:nvPr>
        </p:nvSpPr>
        <p:spPr>
          <a:xfrm>
            <a:off x="4848799" y="1264388"/>
            <a:ext cx="777240" cy="777240"/>
          </a:xfrm>
          <a:noFill/>
        </p:spPr>
        <p:txBody>
          <a:bodyPr>
            <a:normAutofit/>
          </a:bodyPr>
          <a:lstStyle>
            <a:lvl1pPr marL="0" indent="0" algn="ctr">
              <a:buNone/>
              <a:defRPr sz="1100"/>
            </a:lvl1pPr>
          </a:lstStyle>
          <a:p>
            <a:r>
              <a:rPr lang="en-US"/>
              <a:t>ICON</a:t>
            </a:r>
          </a:p>
        </p:txBody>
      </p:sp>
      <p:sp>
        <p:nvSpPr>
          <p:cNvPr id="43" name="Picture Placeholder 3">
            <a:extLst>
              <a:ext uri="{FF2B5EF4-FFF2-40B4-BE49-F238E27FC236}">
                <a16:creationId xmlns:a16="http://schemas.microsoft.com/office/drawing/2014/main" id="{DE2F4A48-E284-4F86-B86E-C26962590C86}"/>
              </a:ext>
            </a:extLst>
          </p:cNvPr>
          <p:cNvSpPr>
            <a:spLocks noGrp="1" noChangeAspect="1"/>
          </p:cNvSpPr>
          <p:nvPr>
            <p:ph type="pic" sz="quarter" idx="34" hasCustomPrompt="1"/>
          </p:nvPr>
        </p:nvSpPr>
        <p:spPr>
          <a:xfrm>
            <a:off x="7013931" y="1264388"/>
            <a:ext cx="777240" cy="777240"/>
          </a:xfrm>
          <a:noFill/>
        </p:spPr>
        <p:txBody>
          <a:bodyPr>
            <a:normAutofit/>
          </a:bodyPr>
          <a:lstStyle>
            <a:lvl1pPr marL="0" indent="0" algn="ctr">
              <a:buNone/>
              <a:defRPr sz="1100"/>
            </a:lvl1pPr>
          </a:lstStyle>
          <a:p>
            <a:r>
              <a:rPr lang="en-US"/>
              <a:t>ICON</a:t>
            </a:r>
          </a:p>
        </p:txBody>
      </p:sp>
      <p:sp>
        <p:nvSpPr>
          <p:cNvPr id="44" name="Picture Placeholder 3">
            <a:extLst>
              <a:ext uri="{FF2B5EF4-FFF2-40B4-BE49-F238E27FC236}">
                <a16:creationId xmlns:a16="http://schemas.microsoft.com/office/drawing/2014/main" id="{48FDBE7D-0726-4E38-90EF-8058A08F9379}"/>
              </a:ext>
            </a:extLst>
          </p:cNvPr>
          <p:cNvSpPr>
            <a:spLocks noGrp="1" noChangeAspect="1"/>
          </p:cNvSpPr>
          <p:nvPr>
            <p:ph type="pic" sz="quarter" idx="35" hasCustomPrompt="1"/>
          </p:nvPr>
        </p:nvSpPr>
        <p:spPr>
          <a:xfrm>
            <a:off x="9168552" y="1264388"/>
            <a:ext cx="777240" cy="777240"/>
          </a:xfrm>
          <a:noFill/>
        </p:spPr>
        <p:txBody>
          <a:bodyPr>
            <a:normAutofit/>
          </a:bodyPr>
          <a:lstStyle>
            <a:lvl1pPr marL="0" indent="0" algn="ctr">
              <a:buNone/>
              <a:defRPr sz="1100"/>
            </a:lvl1pPr>
          </a:lstStyle>
          <a:p>
            <a:r>
              <a:rPr lang="en-US"/>
              <a:t>ICON</a:t>
            </a:r>
          </a:p>
        </p:txBody>
      </p:sp>
      <p:sp>
        <p:nvSpPr>
          <p:cNvPr id="307" name="Body Level One…"/>
          <p:cNvSpPr txBox="1">
            <a:spLocks noGrp="1"/>
          </p:cNvSpPr>
          <p:nvPr>
            <p:ph type="body" sz="quarter" idx="1" hasCustomPrompt="1"/>
          </p:nvPr>
        </p:nvSpPr>
        <p:spPr>
          <a:xfrm>
            <a:off x="562807" y="2101290"/>
            <a:ext cx="2066544" cy="388213"/>
          </a:xfrm>
          <a:prstGeom prst="rect">
            <a:avLst/>
          </a:prstGeom>
        </p:spPr>
        <p:txBody>
          <a:bodyPr>
            <a:normAutofit/>
          </a:bodyPr>
          <a:lstStyle>
            <a:lvl1pPr marL="0" indent="0">
              <a:buSzTx/>
              <a:buFontTx/>
              <a:buNone/>
              <a:defRPr sz="1100">
                <a:solidFill>
                  <a:srgbClr val="303030"/>
                </a:solidFill>
                <a:latin typeface="Arial"/>
                <a:ea typeface="Arial"/>
                <a:cs typeface="Arial"/>
                <a:sym typeface="Arial"/>
              </a:defRPr>
            </a:lvl1pPr>
            <a:lvl2pPr marL="590550" indent="-133350">
              <a:buFontTx/>
              <a:defRPr sz="1100">
                <a:solidFill>
                  <a:srgbClr val="303030"/>
                </a:solidFill>
                <a:latin typeface="Arial"/>
                <a:ea typeface="Arial"/>
                <a:cs typeface="Arial"/>
                <a:sym typeface="Arial"/>
              </a:defRPr>
            </a:lvl2pPr>
            <a:lvl3pPr marL="1074419" indent="-160019">
              <a:buFontTx/>
              <a:defRPr sz="1100">
                <a:solidFill>
                  <a:srgbClr val="303030"/>
                </a:solidFill>
                <a:latin typeface="Arial"/>
                <a:ea typeface="Arial"/>
                <a:cs typeface="Arial"/>
                <a:sym typeface="Arial"/>
              </a:defRPr>
            </a:lvl3pPr>
            <a:lvl4pPr marL="1549400" indent="-177800">
              <a:buFontTx/>
              <a:defRPr sz="1100">
                <a:solidFill>
                  <a:srgbClr val="303030"/>
                </a:solidFill>
                <a:latin typeface="Arial"/>
                <a:ea typeface="Arial"/>
                <a:cs typeface="Arial"/>
                <a:sym typeface="Arial"/>
              </a:defRPr>
            </a:lvl4pPr>
            <a:lvl5pPr marL="2006600" indent="-177800">
              <a:buFontTx/>
              <a:defRPr sz="1100">
                <a:solidFill>
                  <a:srgbClr val="303030"/>
                </a:solidFill>
                <a:latin typeface="Arial"/>
                <a:ea typeface="Arial"/>
                <a:cs typeface="Arial"/>
                <a:sym typeface="Arial"/>
              </a:defRPr>
            </a:lvl5pPr>
          </a:lstStyle>
          <a:p>
            <a:r>
              <a:t>Deliver the exceptional</a:t>
            </a:r>
          </a:p>
          <a:p>
            <a:pPr lvl="1"/>
            <a:endParaRPr/>
          </a:p>
          <a:p>
            <a:pPr lvl="2"/>
            <a:endParaRPr/>
          </a:p>
          <a:p>
            <a:pPr lvl="3"/>
            <a:endParaRPr/>
          </a:p>
          <a:p>
            <a:pPr lvl="4"/>
            <a:endParaRPr/>
          </a:p>
        </p:txBody>
      </p:sp>
      <p:sp>
        <p:nvSpPr>
          <p:cNvPr id="309" name="Text Placeholder 7"/>
          <p:cNvSpPr>
            <a:spLocks noGrp="1"/>
          </p:cNvSpPr>
          <p:nvPr>
            <p:ph type="body" sz="quarter" idx="21" hasCustomPrompt="1"/>
          </p:nvPr>
        </p:nvSpPr>
        <p:spPr>
          <a:xfrm>
            <a:off x="2711145" y="2101289"/>
            <a:ext cx="2066544" cy="388214"/>
          </a:xfrm>
          <a:prstGeom prst="rect">
            <a:avLst/>
          </a:prstGeom>
        </p:spPr>
        <p:txBody>
          <a:bodyPr>
            <a:normAutofit/>
          </a:bodyPr>
          <a:lstStyle>
            <a:lvl1pPr marL="0" indent="0" defTabSz="768095">
              <a:spcBef>
                <a:spcPts val="800"/>
              </a:spcBef>
              <a:buSzTx/>
              <a:buFontTx/>
              <a:buNone/>
              <a:defRPr sz="1100">
                <a:solidFill>
                  <a:srgbClr val="303030"/>
                </a:solidFill>
                <a:latin typeface="Arial"/>
                <a:ea typeface="Arial"/>
                <a:cs typeface="Arial"/>
                <a:sym typeface="Arial"/>
              </a:defRPr>
            </a:lvl1pPr>
          </a:lstStyle>
          <a:p>
            <a:r>
              <a:t>Work together, win together</a:t>
            </a:r>
          </a:p>
        </p:txBody>
      </p:sp>
      <p:sp>
        <p:nvSpPr>
          <p:cNvPr id="310" name="Text Placeholder 7"/>
          <p:cNvSpPr>
            <a:spLocks noGrp="1"/>
          </p:cNvSpPr>
          <p:nvPr>
            <p:ph type="body" sz="quarter" idx="22" hasCustomPrompt="1"/>
          </p:nvPr>
        </p:nvSpPr>
        <p:spPr>
          <a:xfrm>
            <a:off x="4864945" y="2101289"/>
            <a:ext cx="2066544" cy="388214"/>
          </a:xfrm>
          <a:prstGeom prst="rect">
            <a:avLst/>
          </a:prstGeom>
        </p:spPr>
        <p:txBody>
          <a:bodyPr>
            <a:normAutofit/>
          </a:bodyPr>
          <a:lstStyle>
            <a:lvl1pPr marL="0" indent="0" defTabSz="768095">
              <a:spcBef>
                <a:spcPts val="800"/>
              </a:spcBef>
              <a:buSzTx/>
              <a:buFontTx/>
              <a:buNone/>
              <a:defRPr sz="1100">
                <a:solidFill>
                  <a:srgbClr val="303030"/>
                </a:solidFill>
                <a:latin typeface="Arial"/>
                <a:ea typeface="Arial"/>
                <a:cs typeface="Arial"/>
                <a:sym typeface="Arial"/>
              </a:defRPr>
            </a:lvl1pPr>
          </a:lstStyle>
          <a:p>
            <a:r>
              <a:t>Engage without ego</a:t>
            </a:r>
          </a:p>
        </p:txBody>
      </p:sp>
      <p:sp>
        <p:nvSpPr>
          <p:cNvPr id="311" name="Text Placeholder 7"/>
          <p:cNvSpPr>
            <a:spLocks noGrp="1"/>
          </p:cNvSpPr>
          <p:nvPr>
            <p:ph type="body" sz="quarter" idx="23" hasCustomPrompt="1"/>
          </p:nvPr>
        </p:nvSpPr>
        <p:spPr>
          <a:xfrm>
            <a:off x="7018745" y="2101289"/>
            <a:ext cx="2066544" cy="388214"/>
          </a:xfrm>
          <a:prstGeom prst="rect">
            <a:avLst/>
          </a:prstGeom>
        </p:spPr>
        <p:txBody>
          <a:bodyPr>
            <a:normAutofit/>
          </a:bodyPr>
          <a:lstStyle>
            <a:lvl1pPr marL="0" indent="0" defTabSz="768095">
              <a:spcBef>
                <a:spcPts val="800"/>
              </a:spcBef>
              <a:buSzTx/>
              <a:buFontTx/>
              <a:buNone/>
              <a:defRPr sz="1100">
                <a:solidFill>
                  <a:srgbClr val="303030"/>
                </a:solidFill>
                <a:latin typeface="Arial"/>
                <a:ea typeface="Arial"/>
                <a:cs typeface="Arial"/>
                <a:sym typeface="Arial"/>
              </a:defRPr>
            </a:lvl1pPr>
          </a:lstStyle>
          <a:p>
            <a:r>
              <a:t>Do what’s right</a:t>
            </a:r>
          </a:p>
        </p:txBody>
      </p:sp>
      <p:sp>
        <p:nvSpPr>
          <p:cNvPr id="312" name="Text Placeholder 7"/>
          <p:cNvSpPr>
            <a:spLocks noGrp="1"/>
          </p:cNvSpPr>
          <p:nvPr>
            <p:ph type="body" sz="quarter" idx="24" hasCustomPrompt="1"/>
          </p:nvPr>
        </p:nvSpPr>
        <p:spPr>
          <a:xfrm>
            <a:off x="9172543" y="2101289"/>
            <a:ext cx="2066544" cy="388214"/>
          </a:xfrm>
          <a:prstGeom prst="rect">
            <a:avLst/>
          </a:prstGeom>
        </p:spPr>
        <p:txBody>
          <a:bodyPr>
            <a:normAutofit/>
          </a:bodyPr>
          <a:lstStyle>
            <a:lvl1pPr marL="0" indent="0">
              <a:buSzTx/>
              <a:buFontTx/>
              <a:buNone/>
              <a:defRPr sz="1100">
                <a:solidFill>
                  <a:srgbClr val="303030"/>
                </a:solidFill>
                <a:latin typeface="Arial"/>
                <a:ea typeface="Arial"/>
                <a:cs typeface="Arial"/>
                <a:sym typeface="Arial"/>
              </a:defRPr>
            </a:lvl1pPr>
          </a:lstStyle>
          <a:p>
            <a:r>
              <a:t>Communicate openly</a:t>
            </a:r>
          </a:p>
        </p:txBody>
      </p:sp>
      <p:sp>
        <p:nvSpPr>
          <p:cNvPr id="320" name="Text Placeholder 13"/>
          <p:cNvSpPr>
            <a:spLocks noGrp="1"/>
          </p:cNvSpPr>
          <p:nvPr>
            <p:ph type="body" sz="quarter" idx="25" hasCustomPrompt="1"/>
          </p:nvPr>
        </p:nvSpPr>
        <p:spPr>
          <a:xfrm>
            <a:off x="557345" y="2542478"/>
            <a:ext cx="2066544" cy="3512634"/>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endParaRPr/>
          </a:p>
        </p:txBody>
      </p:sp>
      <p:sp>
        <p:nvSpPr>
          <p:cNvPr id="321" name="Text Placeholder 13"/>
          <p:cNvSpPr>
            <a:spLocks noGrp="1"/>
          </p:cNvSpPr>
          <p:nvPr>
            <p:ph type="body" sz="quarter" idx="26" hasCustomPrompt="1"/>
          </p:nvPr>
        </p:nvSpPr>
        <p:spPr>
          <a:xfrm>
            <a:off x="2711145" y="2542478"/>
            <a:ext cx="2066544" cy="3512634"/>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endParaRPr/>
          </a:p>
        </p:txBody>
      </p:sp>
      <p:sp>
        <p:nvSpPr>
          <p:cNvPr id="322" name="Text Placeholder 13"/>
          <p:cNvSpPr>
            <a:spLocks noGrp="1"/>
          </p:cNvSpPr>
          <p:nvPr>
            <p:ph type="body" sz="quarter" idx="27" hasCustomPrompt="1"/>
          </p:nvPr>
        </p:nvSpPr>
        <p:spPr>
          <a:xfrm>
            <a:off x="4864945" y="2542478"/>
            <a:ext cx="2066544" cy="3512634"/>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amet, consectetur adipiscing elit, sed do eiusmod tempor incididunt ut labore et dolore magna aliqua. Sed felis eget velit aliquet sagittis id consectetur purus ut</a:t>
            </a:r>
          </a:p>
        </p:txBody>
      </p:sp>
      <p:sp>
        <p:nvSpPr>
          <p:cNvPr id="323" name="Text Placeholder 13"/>
          <p:cNvSpPr>
            <a:spLocks noGrp="1"/>
          </p:cNvSpPr>
          <p:nvPr>
            <p:ph type="body" sz="quarter" idx="28" hasCustomPrompt="1"/>
          </p:nvPr>
        </p:nvSpPr>
        <p:spPr>
          <a:xfrm>
            <a:off x="7018745" y="2542478"/>
            <a:ext cx="2066544" cy="3512634"/>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endParaRPr/>
          </a:p>
        </p:txBody>
      </p:sp>
      <p:sp>
        <p:nvSpPr>
          <p:cNvPr id="324" name="Text Placeholder 13"/>
          <p:cNvSpPr>
            <a:spLocks noGrp="1"/>
          </p:cNvSpPr>
          <p:nvPr>
            <p:ph type="body" sz="quarter" idx="29" hasCustomPrompt="1"/>
          </p:nvPr>
        </p:nvSpPr>
        <p:spPr>
          <a:xfrm>
            <a:off x="9172543" y="2542478"/>
            <a:ext cx="2066544" cy="3512634"/>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amet, consectetur adipiscing elit, sed do eiusmod tempor incididunt ut labore et dolore magna aliqua. Sed felis eget velit aliquet sagittis id consectetur purus ut</a:t>
            </a:r>
          </a:p>
        </p:txBody>
      </p:sp>
      <p:grpSp>
        <p:nvGrpSpPr>
          <p:cNvPr id="26" name="Group 25">
            <a:extLst>
              <a:ext uri="{FF2B5EF4-FFF2-40B4-BE49-F238E27FC236}">
                <a16:creationId xmlns:a16="http://schemas.microsoft.com/office/drawing/2014/main" id="{FA127FFC-891E-45F9-90F4-F8A436912C08}"/>
              </a:ext>
            </a:extLst>
          </p:cNvPr>
          <p:cNvGrpSpPr/>
          <p:nvPr/>
        </p:nvGrpSpPr>
        <p:grpSpPr>
          <a:xfrm>
            <a:off x="10284756" y="5587138"/>
            <a:ext cx="1907244" cy="1270862"/>
            <a:chOff x="10284756" y="5587138"/>
            <a:chExt cx="1907244" cy="1270862"/>
          </a:xfrm>
        </p:grpSpPr>
        <p:grpSp>
          <p:nvGrpSpPr>
            <p:cNvPr id="27" name="Group 26">
              <a:extLst>
                <a:ext uri="{FF2B5EF4-FFF2-40B4-BE49-F238E27FC236}">
                  <a16:creationId xmlns:a16="http://schemas.microsoft.com/office/drawing/2014/main" id="{7A382B5A-68E6-40B3-A381-FE492FE5B5C7}"/>
                </a:ext>
              </a:extLst>
            </p:cNvPr>
            <p:cNvGrpSpPr/>
            <p:nvPr userDrawn="1"/>
          </p:nvGrpSpPr>
          <p:grpSpPr>
            <a:xfrm flipH="1" flipV="1">
              <a:off x="10284756" y="5587138"/>
              <a:ext cx="1907244" cy="1270862"/>
              <a:chOff x="-20321" y="-7868"/>
              <a:chExt cx="1907244" cy="1270862"/>
            </a:xfrm>
          </p:grpSpPr>
          <p:sp>
            <p:nvSpPr>
              <p:cNvPr id="29" name="Rectangle 8">
                <a:extLst>
                  <a:ext uri="{FF2B5EF4-FFF2-40B4-BE49-F238E27FC236}">
                    <a16:creationId xmlns:a16="http://schemas.microsoft.com/office/drawing/2014/main" id="{E8CEAE38-320B-4CD9-B8A5-86BD19F99562}"/>
                  </a:ext>
                </a:extLst>
              </p:cNvPr>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30" name="Rectangle 10">
                <a:extLst>
                  <a:ext uri="{FF2B5EF4-FFF2-40B4-BE49-F238E27FC236}">
                    <a16:creationId xmlns:a16="http://schemas.microsoft.com/office/drawing/2014/main" id="{F4117FA1-8082-437E-88D7-A2FE23FB4709}"/>
                  </a:ext>
                </a:extLst>
              </p:cNvPr>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28" name="Picture 6" descr="Picture 6">
              <a:extLst>
                <a:ext uri="{FF2B5EF4-FFF2-40B4-BE49-F238E27FC236}">
                  <a16:creationId xmlns:a16="http://schemas.microsoft.com/office/drawing/2014/main" id="{8FB7FA95-5CAC-4F8E-9791-7B3AEC157B55}"/>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sp>
        <p:nvSpPr>
          <p:cNvPr id="2" name="Title 1">
            <a:extLst>
              <a:ext uri="{FF2B5EF4-FFF2-40B4-BE49-F238E27FC236}">
                <a16:creationId xmlns:a16="http://schemas.microsoft.com/office/drawing/2014/main" id="{A9325C8F-D489-4358-A397-DD33DC4F8E9B}"/>
              </a:ext>
            </a:extLst>
          </p:cNvPr>
          <p:cNvSpPr>
            <a:spLocks noGrp="1"/>
          </p:cNvSpPr>
          <p:nvPr>
            <p:ph type="title" hasCustomPrompt="1"/>
          </p:nvPr>
        </p:nvSpPr>
        <p:spPr/>
        <p:txBody>
          <a:bodyPr/>
          <a:lstStyle>
            <a:lvl1pPr>
              <a:defRPr/>
            </a:lvl1pPr>
          </a:lstStyle>
          <a:p>
            <a:r>
              <a:rPr lang="en-US"/>
              <a:t>Exabeam Values</a:t>
            </a:r>
          </a:p>
        </p:txBody>
      </p:sp>
      <p:sp>
        <p:nvSpPr>
          <p:cNvPr id="35" name="Slide Number">
            <a:extLst>
              <a:ext uri="{FF2B5EF4-FFF2-40B4-BE49-F238E27FC236}">
                <a16:creationId xmlns:a16="http://schemas.microsoft.com/office/drawing/2014/main" id="{E1622128-3BB2-48EB-9FED-975469830D10}"/>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36" name="TextBox 7">
            <a:extLst>
              <a:ext uri="{FF2B5EF4-FFF2-40B4-BE49-F238E27FC236}">
                <a16:creationId xmlns:a16="http://schemas.microsoft.com/office/drawing/2014/main" id="{E8830F3A-BC77-4F07-8200-C9C71B4C7921}"/>
              </a:ext>
            </a:extLst>
          </p:cNvPr>
          <p:cNvSpPr txBox="1"/>
          <p:nvPr userDrawn="1"/>
        </p:nvSpPr>
        <p:spPr>
          <a:xfrm>
            <a:off x="561070" y="6476267"/>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Tree>
    <p:extLst>
      <p:ext uri="{BB962C8B-B14F-4D97-AF65-F5344CB8AC3E}">
        <p14:creationId xmlns:p14="http://schemas.microsoft.com/office/powerpoint/2010/main" val="239287968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Product Three Colum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4F25166-BA57-4599-A708-C13878144179}"/>
              </a:ext>
            </a:extLst>
          </p:cNvPr>
          <p:cNvSpPr>
            <a:spLocks noGrp="1" noChangeAspect="1"/>
          </p:cNvSpPr>
          <p:nvPr>
            <p:ph type="pic" sz="quarter" idx="33" hasCustomPrompt="1"/>
          </p:nvPr>
        </p:nvSpPr>
        <p:spPr>
          <a:xfrm>
            <a:off x="673803" y="1343195"/>
            <a:ext cx="859536" cy="859536"/>
          </a:xfrm>
        </p:spPr>
        <p:txBody>
          <a:bodyPr>
            <a:normAutofit/>
          </a:bodyPr>
          <a:lstStyle>
            <a:lvl1pPr marL="0" indent="0" algn="ctr">
              <a:buNone/>
              <a:defRPr sz="1400"/>
            </a:lvl1pPr>
          </a:lstStyle>
          <a:p>
            <a:r>
              <a:rPr lang="en-US"/>
              <a:t>ICON</a:t>
            </a:r>
          </a:p>
        </p:txBody>
      </p:sp>
      <p:sp>
        <p:nvSpPr>
          <p:cNvPr id="36" name="Picture Placeholder 5">
            <a:extLst>
              <a:ext uri="{FF2B5EF4-FFF2-40B4-BE49-F238E27FC236}">
                <a16:creationId xmlns:a16="http://schemas.microsoft.com/office/drawing/2014/main" id="{DCBF0E2B-C68C-4231-AE83-D2BF914545A9}"/>
              </a:ext>
            </a:extLst>
          </p:cNvPr>
          <p:cNvSpPr>
            <a:spLocks noGrp="1" noChangeAspect="1"/>
          </p:cNvSpPr>
          <p:nvPr>
            <p:ph type="pic" sz="quarter" idx="34" hasCustomPrompt="1"/>
          </p:nvPr>
        </p:nvSpPr>
        <p:spPr>
          <a:xfrm>
            <a:off x="4312153" y="1343195"/>
            <a:ext cx="859536" cy="859536"/>
          </a:xfrm>
        </p:spPr>
        <p:txBody>
          <a:bodyPr>
            <a:normAutofit/>
          </a:bodyPr>
          <a:lstStyle>
            <a:lvl1pPr marL="0" indent="0" algn="ctr">
              <a:buNone/>
              <a:defRPr sz="1400"/>
            </a:lvl1pPr>
          </a:lstStyle>
          <a:p>
            <a:r>
              <a:rPr lang="en-US"/>
              <a:t>ICON</a:t>
            </a:r>
          </a:p>
        </p:txBody>
      </p:sp>
      <p:sp>
        <p:nvSpPr>
          <p:cNvPr id="37" name="Picture Placeholder 5">
            <a:extLst>
              <a:ext uri="{FF2B5EF4-FFF2-40B4-BE49-F238E27FC236}">
                <a16:creationId xmlns:a16="http://schemas.microsoft.com/office/drawing/2014/main" id="{9EEB95BB-96EF-4F00-9A72-4737726D5B77}"/>
              </a:ext>
            </a:extLst>
          </p:cNvPr>
          <p:cNvSpPr>
            <a:spLocks noGrp="1" noChangeAspect="1"/>
          </p:cNvSpPr>
          <p:nvPr>
            <p:ph type="pic" sz="quarter" idx="35" hasCustomPrompt="1"/>
          </p:nvPr>
        </p:nvSpPr>
        <p:spPr>
          <a:xfrm>
            <a:off x="7960128" y="1343195"/>
            <a:ext cx="859536" cy="859536"/>
          </a:xfrm>
        </p:spPr>
        <p:txBody>
          <a:bodyPr>
            <a:normAutofit/>
          </a:bodyPr>
          <a:lstStyle>
            <a:lvl1pPr marL="0" indent="0" algn="ctr">
              <a:buNone/>
              <a:defRPr sz="1400"/>
            </a:lvl1pPr>
          </a:lstStyle>
          <a:p>
            <a:r>
              <a:rPr lang="en-US"/>
              <a:t>ICON</a:t>
            </a:r>
          </a:p>
        </p:txBody>
      </p:sp>
      <p:sp>
        <p:nvSpPr>
          <p:cNvPr id="335" name="Body Level One…"/>
          <p:cNvSpPr txBox="1">
            <a:spLocks noGrp="1"/>
          </p:cNvSpPr>
          <p:nvPr>
            <p:ph type="body" sz="quarter" idx="1" hasCustomPrompt="1"/>
          </p:nvPr>
        </p:nvSpPr>
        <p:spPr>
          <a:xfrm>
            <a:off x="573022" y="2705900"/>
            <a:ext cx="3291840" cy="200751"/>
          </a:xfrm>
          <a:prstGeom prst="rect">
            <a:avLst/>
          </a:prstGeom>
        </p:spPr>
        <p:txBody>
          <a:bodyPr>
            <a:noAutofit/>
          </a:bodyPr>
          <a:lstStyle>
            <a:lvl1pPr marL="0" indent="0">
              <a:buSzTx/>
              <a:buFontTx/>
              <a:buNone/>
              <a:defRPr sz="1200" spc="100">
                <a:solidFill>
                  <a:srgbClr val="303030"/>
                </a:solidFill>
                <a:latin typeface="Arial"/>
                <a:ea typeface="Arial"/>
                <a:cs typeface="Arial"/>
                <a:sym typeface="Arial"/>
              </a:defRPr>
            </a:lvl1pPr>
            <a:lvl2pPr marL="552450" indent="-95250">
              <a:buFontTx/>
              <a:defRPr sz="1200" spc="100">
                <a:solidFill>
                  <a:srgbClr val="303030"/>
                </a:solidFill>
                <a:latin typeface="Arial"/>
                <a:ea typeface="Arial"/>
                <a:cs typeface="Arial"/>
                <a:sym typeface="Arial"/>
              </a:defRPr>
            </a:lvl2pPr>
            <a:lvl3pPr marL="1028700" indent="-114300">
              <a:buFontTx/>
              <a:defRPr sz="1200" spc="100">
                <a:solidFill>
                  <a:srgbClr val="303030"/>
                </a:solidFill>
                <a:latin typeface="Arial"/>
                <a:ea typeface="Arial"/>
                <a:cs typeface="Arial"/>
                <a:sym typeface="Arial"/>
              </a:defRPr>
            </a:lvl3pPr>
            <a:lvl4pPr marL="1498600" indent="-127000">
              <a:buFontTx/>
              <a:defRPr sz="1200" spc="100">
                <a:solidFill>
                  <a:srgbClr val="303030"/>
                </a:solidFill>
                <a:latin typeface="Arial"/>
                <a:ea typeface="Arial"/>
                <a:cs typeface="Arial"/>
                <a:sym typeface="Arial"/>
              </a:defRPr>
            </a:lvl4pPr>
            <a:lvl5pPr marL="1955800" indent="-127000">
              <a:buFontTx/>
              <a:defRPr sz="1200" spc="100">
                <a:solidFill>
                  <a:srgbClr val="303030"/>
                </a:solidFill>
                <a:latin typeface="Arial"/>
                <a:ea typeface="Arial"/>
                <a:cs typeface="Arial"/>
                <a:sym typeface="Arial"/>
              </a:defRPr>
            </a:lvl5pPr>
          </a:lstStyle>
          <a:p>
            <a:r>
              <a:t>DATA LAKE</a:t>
            </a:r>
          </a:p>
          <a:p>
            <a:pPr lvl="1"/>
            <a:endParaRPr/>
          </a:p>
          <a:p>
            <a:pPr lvl="2"/>
            <a:endParaRPr/>
          </a:p>
          <a:p>
            <a:pPr lvl="3"/>
            <a:endParaRPr/>
          </a:p>
          <a:p>
            <a:pPr lvl="4"/>
            <a:endParaRPr/>
          </a:p>
        </p:txBody>
      </p:sp>
      <p:sp>
        <p:nvSpPr>
          <p:cNvPr id="336" name="Text Placeholder 7"/>
          <p:cNvSpPr>
            <a:spLocks noGrp="1"/>
          </p:cNvSpPr>
          <p:nvPr>
            <p:ph type="body" sz="quarter" idx="21" hasCustomPrompt="1"/>
          </p:nvPr>
        </p:nvSpPr>
        <p:spPr>
          <a:xfrm>
            <a:off x="573021" y="2302029"/>
            <a:ext cx="3291840" cy="200751"/>
          </a:xfrm>
          <a:prstGeom prst="rect">
            <a:avLst/>
          </a:prstGeom>
        </p:spPr>
        <p:txBody>
          <a:bodyPr>
            <a:noAutofit/>
          </a:bodyPr>
          <a:lstStyle>
            <a:lvl1pPr marL="0" indent="0" defTabSz="539495">
              <a:spcBef>
                <a:spcPts val="500"/>
              </a:spcBef>
              <a:buSzTx/>
              <a:buFontTx/>
              <a:buNone/>
              <a:defRPr sz="1100">
                <a:solidFill>
                  <a:srgbClr val="303030"/>
                </a:solidFill>
                <a:latin typeface="Arial"/>
                <a:ea typeface="Arial"/>
                <a:cs typeface="Arial"/>
                <a:sym typeface="Arial"/>
              </a:defRPr>
            </a:lvl1pPr>
          </a:lstStyle>
          <a:p>
            <a:r>
              <a:t>Collect</a:t>
            </a:r>
          </a:p>
        </p:txBody>
      </p:sp>
      <p:sp>
        <p:nvSpPr>
          <p:cNvPr id="337" name="Text Placeholder 7"/>
          <p:cNvSpPr>
            <a:spLocks noGrp="1"/>
          </p:cNvSpPr>
          <p:nvPr>
            <p:ph type="body" sz="quarter" idx="22" hasCustomPrompt="1"/>
          </p:nvPr>
        </p:nvSpPr>
        <p:spPr>
          <a:xfrm>
            <a:off x="4239530" y="2704523"/>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ADVANCED ANALYTICS</a:t>
            </a:r>
          </a:p>
        </p:txBody>
      </p:sp>
      <p:sp>
        <p:nvSpPr>
          <p:cNvPr id="338" name="Text Placeholder 7"/>
          <p:cNvSpPr>
            <a:spLocks noGrp="1"/>
          </p:cNvSpPr>
          <p:nvPr>
            <p:ph type="body" sz="quarter" idx="23" hasCustomPrompt="1"/>
          </p:nvPr>
        </p:nvSpPr>
        <p:spPr>
          <a:xfrm>
            <a:off x="7885019" y="2704187"/>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INCIDENT RESPONDER</a:t>
            </a:r>
          </a:p>
        </p:txBody>
      </p:sp>
      <p:sp>
        <p:nvSpPr>
          <p:cNvPr id="340" name="Text Placeholder 7"/>
          <p:cNvSpPr>
            <a:spLocks noGrp="1"/>
          </p:cNvSpPr>
          <p:nvPr>
            <p:ph type="body" sz="quarter" idx="24" hasCustomPrompt="1"/>
          </p:nvPr>
        </p:nvSpPr>
        <p:spPr>
          <a:xfrm>
            <a:off x="573022" y="2938373"/>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CLOUD CONNECTORS</a:t>
            </a:r>
          </a:p>
        </p:txBody>
      </p:sp>
      <p:sp>
        <p:nvSpPr>
          <p:cNvPr id="341" name="Text Placeholder 7"/>
          <p:cNvSpPr>
            <a:spLocks noGrp="1"/>
          </p:cNvSpPr>
          <p:nvPr>
            <p:ph type="body" sz="quarter" idx="25" hasCustomPrompt="1"/>
          </p:nvPr>
        </p:nvSpPr>
        <p:spPr>
          <a:xfrm>
            <a:off x="4239530" y="2302029"/>
            <a:ext cx="3291840" cy="200751"/>
          </a:xfrm>
          <a:prstGeom prst="rect">
            <a:avLst/>
          </a:prstGeom>
        </p:spPr>
        <p:txBody>
          <a:bodyPr>
            <a:noAutofit/>
          </a:bodyPr>
          <a:lstStyle>
            <a:lvl1pPr marL="0" indent="0" defTabSz="539495">
              <a:spcBef>
                <a:spcPts val="500"/>
              </a:spcBef>
              <a:buSzTx/>
              <a:buFontTx/>
              <a:buNone/>
              <a:defRPr sz="1100">
                <a:solidFill>
                  <a:srgbClr val="303030"/>
                </a:solidFill>
                <a:latin typeface="Arial"/>
                <a:ea typeface="Arial"/>
                <a:cs typeface="Arial"/>
                <a:sym typeface="Arial"/>
              </a:defRPr>
            </a:lvl1pPr>
          </a:lstStyle>
          <a:p>
            <a:r>
              <a:t>Detect &amp; Investigate</a:t>
            </a:r>
          </a:p>
        </p:txBody>
      </p:sp>
      <p:sp>
        <p:nvSpPr>
          <p:cNvPr id="342" name="Text Placeholder 7"/>
          <p:cNvSpPr>
            <a:spLocks noGrp="1"/>
          </p:cNvSpPr>
          <p:nvPr>
            <p:ph type="body" sz="quarter" idx="26" hasCustomPrompt="1"/>
          </p:nvPr>
        </p:nvSpPr>
        <p:spPr>
          <a:xfrm>
            <a:off x="7885018" y="2302029"/>
            <a:ext cx="3291840" cy="200751"/>
          </a:xfrm>
          <a:prstGeom prst="rect">
            <a:avLst/>
          </a:prstGeom>
        </p:spPr>
        <p:txBody>
          <a:bodyPr>
            <a:noAutofit/>
          </a:bodyPr>
          <a:lstStyle>
            <a:lvl1pPr marL="0" indent="0" defTabSz="539495">
              <a:spcBef>
                <a:spcPts val="500"/>
              </a:spcBef>
              <a:buSzTx/>
              <a:buFontTx/>
              <a:buNone/>
              <a:defRPr sz="1100">
                <a:solidFill>
                  <a:srgbClr val="303030"/>
                </a:solidFill>
                <a:latin typeface="Arial"/>
                <a:ea typeface="Arial"/>
                <a:cs typeface="Arial"/>
                <a:sym typeface="Arial"/>
              </a:defRPr>
            </a:lvl1pPr>
          </a:lstStyle>
          <a:p>
            <a:r>
              <a:t>Respond</a:t>
            </a:r>
          </a:p>
        </p:txBody>
      </p:sp>
      <p:sp>
        <p:nvSpPr>
          <p:cNvPr id="343" name="Text Placeholder 7"/>
          <p:cNvSpPr>
            <a:spLocks noGrp="1"/>
          </p:cNvSpPr>
          <p:nvPr>
            <p:ph type="body" sz="quarter" idx="27" hasCustomPrompt="1"/>
          </p:nvPr>
        </p:nvSpPr>
        <p:spPr>
          <a:xfrm>
            <a:off x="4239530" y="2905274"/>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ENTITY ANALYTICS</a:t>
            </a:r>
          </a:p>
        </p:txBody>
      </p:sp>
      <p:sp>
        <p:nvSpPr>
          <p:cNvPr id="344" name="Text Placeholder 7"/>
          <p:cNvSpPr>
            <a:spLocks noGrp="1"/>
          </p:cNvSpPr>
          <p:nvPr>
            <p:ph type="body" sz="quarter" idx="28" hasCustomPrompt="1"/>
          </p:nvPr>
        </p:nvSpPr>
        <p:spPr>
          <a:xfrm>
            <a:off x="4239530" y="3114163"/>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THREAT HUNTER</a:t>
            </a:r>
          </a:p>
        </p:txBody>
      </p:sp>
      <p:sp>
        <p:nvSpPr>
          <p:cNvPr id="345" name="Text Placeholder 7"/>
          <p:cNvSpPr>
            <a:spLocks noGrp="1"/>
          </p:cNvSpPr>
          <p:nvPr>
            <p:ph type="body" sz="quarter" idx="29" hasCustomPrompt="1"/>
          </p:nvPr>
        </p:nvSpPr>
        <p:spPr>
          <a:xfrm>
            <a:off x="7885019" y="2913413"/>
            <a:ext cx="3291840" cy="200751"/>
          </a:xfrm>
          <a:prstGeom prst="rect">
            <a:avLst/>
          </a:prstGeom>
        </p:spPr>
        <p:txBody>
          <a:bodyPr>
            <a:noAutofit/>
          </a:bodyPr>
          <a:lstStyle>
            <a:lvl1pPr marL="0" indent="0" defTabSz="749808">
              <a:spcBef>
                <a:spcPts val="800"/>
              </a:spcBef>
              <a:buSzTx/>
              <a:buFontTx/>
              <a:buNone/>
              <a:defRPr sz="1200" spc="82">
                <a:solidFill>
                  <a:srgbClr val="303030"/>
                </a:solidFill>
                <a:latin typeface="Arial"/>
                <a:ea typeface="Arial"/>
                <a:cs typeface="Arial"/>
                <a:sym typeface="Arial"/>
              </a:defRPr>
            </a:lvl1pPr>
          </a:lstStyle>
          <a:p>
            <a:r>
              <a:t>CASE MANAGER</a:t>
            </a:r>
          </a:p>
        </p:txBody>
      </p:sp>
      <p:sp>
        <p:nvSpPr>
          <p:cNvPr id="351" name="Text Placeholder 13"/>
          <p:cNvSpPr>
            <a:spLocks noGrp="1"/>
          </p:cNvSpPr>
          <p:nvPr>
            <p:ph type="body" sz="quarter" idx="30" hasCustomPrompt="1"/>
          </p:nvPr>
        </p:nvSpPr>
        <p:spPr>
          <a:xfrm>
            <a:off x="567560" y="3466002"/>
            <a:ext cx="3291840" cy="2565281"/>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endParaRPr/>
          </a:p>
        </p:txBody>
      </p:sp>
      <p:sp>
        <p:nvSpPr>
          <p:cNvPr id="352" name="Text Placeholder 13"/>
          <p:cNvSpPr>
            <a:spLocks noGrp="1"/>
          </p:cNvSpPr>
          <p:nvPr>
            <p:ph type="body" sz="quarter" idx="31" hasCustomPrompt="1"/>
          </p:nvPr>
        </p:nvSpPr>
        <p:spPr>
          <a:xfrm>
            <a:off x="4228990" y="3456377"/>
            <a:ext cx="3291840" cy="2565281"/>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amet, consectetur adipiscing elit, sed do eiusmod tempor incididunt ut labore et dolore magna aliqua. Sed felis eget velit aliquet sagittis id consectetur purus ut</a:t>
            </a:r>
          </a:p>
        </p:txBody>
      </p:sp>
      <p:sp>
        <p:nvSpPr>
          <p:cNvPr id="353" name="Text Placeholder 13"/>
          <p:cNvSpPr>
            <a:spLocks noGrp="1"/>
          </p:cNvSpPr>
          <p:nvPr>
            <p:ph type="body" sz="quarter" idx="32" hasCustomPrompt="1"/>
          </p:nvPr>
        </p:nvSpPr>
        <p:spPr>
          <a:xfrm>
            <a:off x="7890419" y="3456377"/>
            <a:ext cx="3291840" cy="2565281"/>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amet, consectetur adipiscing elit, sed do eiusmod tempor incididunt ut labore et dolore magna aliqua. Sed felis eget velit aliquet sagittis id consectetur purus ut</a:t>
            </a:r>
          </a:p>
        </p:txBody>
      </p:sp>
      <p:grpSp>
        <p:nvGrpSpPr>
          <p:cNvPr id="27" name="Group 26">
            <a:extLst>
              <a:ext uri="{FF2B5EF4-FFF2-40B4-BE49-F238E27FC236}">
                <a16:creationId xmlns:a16="http://schemas.microsoft.com/office/drawing/2014/main" id="{4AF48A9D-0F26-47C0-A45A-C215E031F00B}"/>
              </a:ext>
            </a:extLst>
          </p:cNvPr>
          <p:cNvGrpSpPr/>
          <p:nvPr/>
        </p:nvGrpSpPr>
        <p:grpSpPr>
          <a:xfrm>
            <a:off x="10284756" y="5587138"/>
            <a:ext cx="1907244" cy="1270862"/>
            <a:chOff x="10284756" y="5587138"/>
            <a:chExt cx="1907244" cy="1270862"/>
          </a:xfrm>
        </p:grpSpPr>
        <p:grpSp>
          <p:nvGrpSpPr>
            <p:cNvPr id="28" name="Group 27">
              <a:extLst>
                <a:ext uri="{FF2B5EF4-FFF2-40B4-BE49-F238E27FC236}">
                  <a16:creationId xmlns:a16="http://schemas.microsoft.com/office/drawing/2014/main" id="{CE13EB83-D770-4EC9-A372-DEA92C420583}"/>
                </a:ext>
              </a:extLst>
            </p:cNvPr>
            <p:cNvGrpSpPr/>
            <p:nvPr userDrawn="1"/>
          </p:nvGrpSpPr>
          <p:grpSpPr>
            <a:xfrm flipH="1" flipV="1">
              <a:off x="10284756" y="5587138"/>
              <a:ext cx="1907244" cy="1270862"/>
              <a:chOff x="-20321" y="-7868"/>
              <a:chExt cx="1907244" cy="1270862"/>
            </a:xfrm>
          </p:grpSpPr>
          <p:sp>
            <p:nvSpPr>
              <p:cNvPr id="30" name="Rectangle 8">
                <a:extLst>
                  <a:ext uri="{FF2B5EF4-FFF2-40B4-BE49-F238E27FC236}">
                    <a16:creationId xmlns:a16="http://schemas.microsoft.com/office/drawing/2014/main" id="{B52211D7-868C-4131-A3A7-529816D5D0E8}"/>
                  </a:ext>
                </a:extLst>
              </p:cNvPr>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31" name="Rectangle 10">
                <a:extLst>
                  <a:ext uri="{FF2B5EF4-FFF2-40B4-BE49-F238E27FC236}">
                    <a16:creationId xmlns:a16="http://schemas.microsoft.com/office/drawing/2014/main" id="{4AC99E4A-2A9B-4FD5-B6EC-7EBA62F7C8B2}"/>
                  </a:ext>
                </a:extLst>
              </p:cNvPr>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29" name="Picture 6" descr="Picture 6">
              <a:extLst>
                <a:ext uri="{FF2B5EF4-FFF2-40B4-BE49-F238E27FC236}">
                  <a16:creationId xmlns:a16="http://schemas.microsoft.com/office/drawing/2014/main" id="{1A129B09-D839-45E8-A953-A331AE5B14E3}"/>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sp>
        <p:nvSpPr>
          <p:cNvPr id="2" name="Title 1">
            <a:extLst>
              <a:ext uri="{FF2B5EF4-FFF2-40B4-BE49-F238E27FC236}">
                <a16:creationId xmlns:a16="http://schemas.microsoft.com/office/drawing/2014/main" id="{26693780-F2C5-4368-9250-F03BF1E4C267}"/>
              </a:ext>
            </a:extLst>
          </p:cNvPr>
          <p:cNvSpPr>
            <a:spLocks noGrp="1"/>
          </p:cNvSpPr>
          <p:nvPr>
            <p:ph type="title" hasCustomPrompt="1"/>
          </p:nvPr>
        </p:nvSpPr>
        <p:spPr/>
        <p:txBody>
          <a:bodyPr/>
          <a:lstStyle/>
          <a:p>
            <a:r>
              <a:rPr lang="en-US"/>
              <a:t>Product Three Column</a:t>
            </a:r>
          </a:p>
        </p:txBody>
      </p:sp>
      <p:sp>
        <p:nvSpPr>
          <p:cNvPr id="34" name="Slide Number">
            <a:extLst>
              <a:ext uri="{FF2B5EF4-FFF2-40B4-BE49-F238E27FC236}">
                <a16:creationId xmlns:a16="http://schemas.microsoft.com/office/drawing/2014/main" id="{00EA47DB-7C49-4732-9F2F-4736C883F9F6}"/>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35" name="TextBox 7">
            <a:extLst>
              <a:ext uri="{FF2B5EF4-FFF2-40B4-BE49-F238E27FC236}">
                <a16:creationId xmlns:a16="http://schemas.microsoft.com/office/drawing/2014/main" id="{51B681B6-A3D3-422F-8A14-5B7EEB609ACA}"/>
              </a:ext>
            </a:extLst>
          </p:cNvPr>
          <p:cNvSpPr txBox="1"/>
          <p:nvPr userDrawn="1"/>
        </p:nvSpPr>
        <p:spPr>
          <a:xfrm>
            <a:off x="561070" y="6476267"/>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Tree>
    <p:extLst>
      <p:ext uri="{BB962C8B-B14F-4D97-AF65-F5344CB8AC3E}">
        <p14:creationId xmlns:p14="http://schemas.microsoft.com/office/powerpoint/2010/main" val="127537634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llect Product Deep Dive">
    <p:spTree>
      <p:nvGrpSpPr>
        <p:cNvPr id="1" name=""/>
        <p:cNvGrpSpPr/>
        <p:nvPr/>
      </p:nvGrpSpPr>
      <p:grpSpPr>
        <a:xfrm>
          <a:off x="0" y="0"/>
          <a:ext cx="0" cy="0"/>
          <a:chOff x="0" y="0"/>
          <a:chExt cx="0" cy="0"/>
        </a:xfrm>
      </p:grpSpPr>
      <p:sp>
        <p:nvSpPr>
          <p:cNvPr id="365" name="Text Placeholder 13"/>
          <p:cNvSpPr>
            <a:spLocks noGrp="1"/>
          </p:cNvSpPr>
          <p:nvPr>
            <p:ph type="body" sz="quarter" idx="21" hasCustomPrompt="1"/>
          </p:nvPr>
        </p:nvSpPr>
        <p:spPr>
          <a:xfrm>
            <a:off x="885034" y="1401556"/>
            <a:ext cx="5236985" cy="4820823"/>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366" name="Rectangle 1"/>
          <p:cNvSpPr/>
          <p:nvPr/>
        </p:nvSpPr>
        <p:spPr>
          <a:xfrm>
            <a:off x="6718851" y="1"/>
            <a:ext cx="5473149" cy="6858000"/>
          </a:xfrm>
          <a:prstGeom prst="rect">
            <a:avLst/>
          </a:prstGeom>
          <a:solidFill>
            <a:schemeClr val="accent2"/>
          </a:solidFill>
          <a:ln w="12700">
            <a:miter lim="400000"/>
          </a:ln>
        </p:spPr>
        <p:txBody>
          <a:bodyPr lIns="45719" rIns="45719" anchor="ctr"/>
          <a:lstStyle/>
          <a:p>
            <a:pPr algn="ctr">
              <a:defRPr>
                <a:solidFill>
                  <a:srgbClr val="FFFFFF"/>
                </a:solidFill>
              </a:defRPr>
            </a:pPr>
            <a:endParaRPr/>
          </a:p>
        </p:txBody>
      </p:sp>
      <p:pic>
        <p:nvPicPr>
          <p:cNvPr id="367" name="Picture 16" descr="Picture 1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951946" y="332289"/>
            <a:ext cx="1870573" cy="1828695"/>
          </a:xfrm>
          <a:prstGeom prst="rect">
            <a:avLst/>
          </a:prstGeom>
          <a:ln w="12700">
            <a:miter lim="400000"/>
          </a:ln>
        </p:spPr>
      </p:pic>
      <p:sp>
        <p:nvSpPr>
          <p:cNvPr id="6" name="Title 5">
            <a:extLst>
              <a:ext uri="{FF2B5EF4-FFF2-40B4-BE49-F238E27FC236}">
                <a16:creationId xmlns:a16="http://schemas.microsoft.com/office/drawing/2014/main" id="{08E8B59A-8C03-4E2C-95F6-E446347ECBB2}"/>
              </a:ext>
            </a:extLst>
          </p:cNvPr>
          <p:cNvSpPr>
            <a:spLocks noGrp="1"/>
          </p:cNvSpPr>
          <p:nvPr>
            <p:ph type="title" hasCustomPrompt="1"/>
          </p:nvPr>
        </p:nvSpPr>
        <p:spPr>
          <a:xfrm>
            <a:off x="862352" y="349652"/>
            <a:ext cx="5273528" cy="665109"/>
          </a:xfrm>
        </p:spPr>
        <p:txBody>
          <a:bodyPr>
            <a:normAutofit/>
          </a:bodyPr>
          <a:lstStyle>
            <a:lvl1pPr>
              <a:defRPr/>
            </a:lvl1pPr>
          </a:lstStyle>
          <a:p>
            <a:r>
              <a:rPr lang="en-US"/>
              <a:t>Collect</a:t>
            </a:r>
          </a:p>
        </p:txBody>
      </p:sp>
      <p:grpSp>
        <p:nvGrpSpPr>
          <p:cNvPr id="10" name="Group 9">
            <a:extLst>
              <a:ext uri="{FF2B5EF4-FFF2-40B4-BE49-F238E27FC236}">
                <a16:creationId xmlns:a16="http://schemas.microsoft.com/office/drawing/2014/main" id="{454E798D-08D1-4271-BC12-5D0386D1CF32}"/>
              </a:ext>
            </a:extLst>
          </p:cNvPr>
          <p:cNvGrpSpPr/>
          <p:nvPr userDrawn="1"/>
        </p:nvGrpSpPr>
        <p:grpSpPr>
          <a:xfrm>
            <a:off x="-9811" y="-7868"/>
            <a:ext cx="635432" cy="635432"/>
            <a:chOff x="-20321" y="-7868"/>
            <a:chExt cx="635432" cy="635432"/>
          </a:xfrm>
        </p:grpSpPr>
        <p:sp>
          <p:nvSpPr>
            <p:cNvPr id="11" name="Rectangle 20">
              <a:extLst>
                <a:ext uri="{FF2B5EF4-FFF2-40B4-BE49-F238E27FC236}">
                  <a16:creationId xmlns:a16="http://schemas.microsoft.com/office/drawing/2014/main" id="{8D1E67D5-6B65-4112-B8F3-F2D3831B9A02}"/>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2" name="Picture 21" descr="Picture 21">
              <a:extLst>
                <a:ext uri="{FF2B5EF4-FFF2-40B4-BE49-F238E27FC236}">
                  <a16:creationId xmlns:a16="http://schemas.microsoft.com/office/drawing/2014/main" id="{5BA30754-AECE-4D7D-8318-77725E86D47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19" name="Slide Number">
            <a:extLst>
              <a:ext uri="{FF2B5EF4-FFF2-40B4-BE49-F238E27FC236}">
                <a16:creationId xmlns:a16="http://schemas.microsoft.com/office/drawing/2014/main" id="{237B5256-5B8A-4995-B074-BB0C3CBBDD7D}"/>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0" name="TextBox 7">
            <a:extLst>
              <a:ext uri="{FF2B5EF4-FFF2-40B4-BE49-F238E27FC236}">
                <a16:creationId xmlns:a16="http://schemas.microsoft.com/office/drawing/2014/main" id="{17A69703-D479-4E12-AD35-FE7E65FDC64D}"/>
              </a:ext>
            </a:extLst>
          </p:cNvPr>
          <p:cNvSpPr txBox="1"/>
          <p:nvPr userDrawn="1"/>
        </p:nvSpPr>
        <p:spPr>
          <a:xfrm>
            <a:off x="865860" y="6478068"/>
            <a:ext cx="5852160"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sp>
        <p:nvSpPr>
          <p:cNvPr id="15" name="Body Level One…">
            <a:extLst>
              <a:ext uri="{FF2B5EF4-FFF2-40B4-BE49-F238E27FC236}">
                <a16:creationId xmlns:a16="http://schemas.microsoft.com/office/drawing/2014/main" id="{79B739F6-26E5-4CF3-BEBD-741A853C082A}"/>
              </a:ext>
            </a:extLst>
          </p:cNvPr>
          <p:cNvSpPr txBox="1">
            <a:spLocks noGrp="1"/>
          </p:cNvSpPr>
          <p:nvPr>
            <p:ph type="body" sz="quarter" idx="1" hasCustomPrompt="1"/>
          </p:nvPr>
        </p:nvSpPr>
        <p:spPr>
          <a:xfrm>
            <a:off x="880946" y="1025911"/>
            <a:ext cx="5285678"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94524322"/>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etect Product Deep Dive">
    <p:spTree>
      <p:nvGrpSpPr>
        <p:cNvPr id="1" name=""/>
        <p:cNvGrpSpPr/>
        <p:nvPr/>
      </p:nvGrpSpPr>
      <p:grpSpPr>
        <a:xfrm>
          <a:off x="0" y="0"/>
          <a:ext cx="0" cy="0"/>
          <a:chOff x="0" y="0"/>
          <a:chExt cx="0" cy="0"/>
        </a:xfrm>
      </p:grpSpPr>
      <p:sp>
        <p:nvSpPr>
          <p:cNvPr id="382" name="Rectangle 1"/>
          <p:cNvSpPr/>
          <p:nvPr/>
        </p:nvSpPr>
        <p:spPr>
          <a:xfrm>
            <a:off x="6718851" y="1"/>
            <a:ext cx="5473149" cy="6858000"/>
          </a:xfrm>
          <a:prstGeom prst="rect">
            <a:avLst/>
          </a:prstGeom>
          <a:solidFill>
            <a:srgbClr val="00A300"/>
          </a:solidFill>
          <a:ln w="12700">
            <a:miter lim="400000"/>
          </a:ln>
        </p:spPr>
        <p:txBody>
          <a:bodyPr lIns="45719" rIns="45719" anchor="ctr"/>
          <a:lstStyle/>
          <a:p>
            <a:pPr algn="ctr">
              <a:defRPr>
                <a:solidFill>
                  <a:srgbClr val="FFFFFF"/>
                </a:solidFill>
              </a:defRPr>
            </a:pPr>
            <a:endParaRPr/>
          </a:p>
        </p:txBody>
      </p:sp>
      <p:pic>
        <p:nvPicPr>
          <p:cNvPr id="383" name="Picture 16" descr="Picture 1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08254" y="309847"/>
            <a:ext cx="2014265" cy="2000081"/>
          </a:xfrm>
          <a:prstGeom prst="rect">
            <a:avLst/>
          </a:prstGeom>
          <a:ln w="12700">
            <a:miter lim="400000"/>
          </a:ln>
        </p:spPr>
      </p:pic>
      <p:sp>
        <p:nvSpPr>
          <p:cNvPr id="2" name="Title 1">
            <a:extLst>
              <a:ext uri="{FF2B5EF4-FFF2-40B4-BE49-F238E27FC236}">
                <a16:creationId xmlns:a16="http://schemas.microsoft.com/office/drawing/2014/main" id="{E849F00F-FDA2-41F8-A7CB-E71E7CFA3A46}"/>
              </a:ext>
            </a:extLst>
          </p:cNvPr>
          <p:cNvSpPr>
            <a:spLocks noGrp="1"/>
          </p:cNvSpPr>
          <p:nvPr>
            <p:ph type="title" hasCustomPrompt="1"/>
          </p:nvPr>
        </p:nvSpPr>
        <p:spPr>
          <a:xfrm>
            <a:off x="862352" y="349652"/>
            <a:ext cx="5273528" cy="665109"/>
          </a:xfrm>
        </p:spPr>
        <p:txBody>
          <a:bodyPr/>
          <a:lstStyle>
            <a:lvl1pPr>
              <a:defRPr/>
            </a:lvl1pPr>
          </a:lstStyle>
          <a:p>
            <a:r>
              <a:rPr lang="en-US"/>
              <a:t>Detect</a:t>
            </a:r>
          </a:p>
        </p:txBody>
      </p:sp>
      <p:grpSp>
        <p:nvGrpSpPr>
          <p:cNvPr id="10" name="Group 9">
            <a:extLst>
              <a:ext uri="{FF2B5EF4-FFF2-40B4-BE49-F238E27FC236}">
                <a16:creationId xmlns:a16="http://schemas.microsoft.com/office/drawing/2014/main" id="{B868AEF5-0856-47BA-BA69-FDB8FC2C40E5}"/>
              </a:ext>
            </a:extLst>
          </p:cNvPr>
          <p:cNvGrpSpPr/>
          <p:nvPr userDrawn="1"/>
        </p:nvGrpSpPr>
        <p:grpSpPr>
          <a:xfrm>
            <a:off x="-9811" y="-7868"/>
            <a:ext cx="635432" cy="635432"/>
            <a:chOff x="-20321" y="-7868"/>
            <a:chExt cx="635432" cy="635432"/>
          </a:xfrm>
        </p:grpSpPr>
        <p:sp>
          <p:nvSpPr>
            <p:cNvPr id="11" name="Rectangle 20">
              <a:extLst>
                <a:ext uri="{FF2B5EF4-FFF2-40B4-BE49-F238E27FC236}">
                  <a16:creationId xmlns:a16="http://schemas.microsoft.com/office/drawing/2014/main" id="{13F9A218-15C6-4F8A-A894-4401D76DDF2C}"/>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2" name="Picture 21" descr="Picture 21">
              <a:extLst>
                <a:ext uri="{FF2B5EF4-FFF2-40B4-BE49-F238E27FC236}">
                  <a16:creationId xmlns:a16="http://schemas.microsoft.com/office/drawing/2014/main" id="{3D43AAF9-602F-4F67-80E3-7B2D69D0CAF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20" name="Slide Number">
            <a:extLst>
              <a:ext uri="{FF2B5EF4-FFF2-40B4-BE49-F238E27FC236}">
                <a16:creationId xmlns:a16="http://schemas.microsoft.com/office/drawing/2014/main" id="{BA7865B5-F1EF-4653-9D5C-59A642A0D6DC}"/>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1" name="TextBox 7">
            <a:extLst>
              <a:ext uri="{FF2B5EF4-FFF2-40B4-BE49-F238E27FC236}">
                <a16:creationId xmlns:a16="http://schemas.microsoft.com/office/drawing/2014/main" id="{C87F7228-A728-4751-9EEC-60CBDA9706D3}"/>
              </a:ext>
            </a:extLst>
          </p:cNvPr>
          <p:cNvSpPr txBox="1"/>
          <p:nvPr userDrawn="1"/>
        </p:nvSpPr>
        <p:spPr>
          <a:xfrm>
            <a:off x="865860" y="6478068"/>
            <a:ext cx="5852160"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sp>
        <p:nvSpPr>
          <p:cNvPr id="19" name="Text Placeholder 13">
            <a:extLst>
              <a:ext uri="{FF2B5EF4-FFF2-40B4-BE49-F238E27FC236}">
                <a16:creationId xmlns:a16="http://schemas.microsoft.com/office/drawing/2014/main" id="{795D0337-3DB8-4220-9914-D0AD2604EED5}"/>
              </a:ext>
            </a:extLst>
          </p:cNvPr>
          <p:cNvSpPr>
            <a:spLocks noGrp="1"/>
          </p:cNvSpPr>
          <p:nvPr>
            <p:ph type="body" sz="quarter" idx="21" hasCustomPrompt="1"/>
          </p:nvPr>
        </p:nvSpPr>
        <p:spPr>
          <a:xfrm>
            <a:off x="885034" y="1401556"/>
            <a:ext cx="5236985" cy="4820823"/>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5" name="Body Level One…">
            <a:extLst>
              <a:ext uri="{FF2B5EF4-FFF2-40B4-BE49-F238E27FC236}">
                <a16:creationId xmlns:a16="http://schemas.microsoft.com/office/drawing/2014/main" id="{EB80F613-30BC-4D0D-8AE6-EAE685F89401}"/>
              </a:ext>
            </a:extLst>
          </p:cNvPr>
          <p:cNvSpPr txBox="1">
            <a:spLocks noGrp="1"/>
          </p:cNvSpPr>
          <p:nvPr>
            <p:ph type="body" sz="quarter" idx="1" hasCustomPrompt="1"/>
          </p:nvPr>
        </p:nvSpPr>
        <p:spPr>
          <a:xfrm>
            <a:off x="880946" y="1025911"/>
            <a:ext cx="5241073"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26" name="Body Level One…">
            <a:extLst>
              <a:ext uri="{FF2B5EF4-FFF2-40B4-BE49-F238E27FC236}">
                <a16:creationId xmlns:a16="http://schemas.microsoft.com/office/drawing/2014/main" id="{F7D9E2B5-1E00-40FC-9B98-32A1B1B426D6}"/>
              </a:ext>
            </a:extLst>
          </p:cNvPr>
          <p:cNvSpPr txBox="1">
            <a:spLocks noGrp="1"/>
          </p:cNvSpPr>
          <p:nvPr>
            <p:ph type="body" sz="quarter" idx="22" hasCustomPrompt="1"/>
          </p:nvPr>
        </p:nvSpPr>
        <p:spPr>
          <a:xfrm>
            <a:off x="880946" y="1025911"/>
            <a:ext cx="5285678"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006749237"/>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Respond Product Deep Dive">
    <p:spTree>
      <p:nvGrpSpPr>
        <p:cNvPr id="1" name=""/>
        <p:cNvGrpSpPr/>
        <p:nvPr/>
      </p:nvGrpSpPr>
      <p:grpSpPr>
        <a:xfrm>
          <a:off x="0" y="0"/>
          <a:ext cx="0" cy="0"/>
          <a:chOff x="0" y="0"/>
          <a:chExt cx="0" cy="0"/>
        </a:xfrm>
      </p:grpSpPr>
      <p:sp>
        <p:nvSpPr>
          <p:cNvPr id="398" name="Rectangle 1"/>
          <p:cNvSpPr/>
          <p:nvPr/>
        </p:nvSpPr>
        <p:spPr>
          <a:xfrm>
            <a:off x="6718851" y="1"/>
            <a:ext cx="5473149" cy="6858000"/>
          </a:xfrm>
          <a:prstGeom prst="rect">
            <a:avLst/>
          </a:prstGeom>
          <a:solidFill>
            <a:srgbClr val="005EE5"/>
          </a:solidFill>
          <a:ln w="12700">
            <a:miter lim="400000"/>
          </a:ln>
        </p:spPr>
        <p:txBody>
          <a:bodyPr lIns="45719" rIns="45719" anchor="ctr"/>
          <a:lstStyle/>
          <a:p>
            <a:pPr algn="ctr">
              <a:defRPr>
                <a:solidFill>
                  <a:srgbClr val="FFFFFF"/>
                </a:solidFill>
              </a:defRPr>
            </a:pPr>
            <a:endParaRPr/>
          </a:p>
        </p:txBody>
      </p:sp>
      <p:pic>
        <p:nvPicPr>
          <p:cNvPr id="399" name="Picture 4" descr="Picture 4"/>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951946" y="332289"/>
            <a:ext cx="1870573" cy="1828695"/>
          </a:xfrm>
          <a:prstGeom prst="rect">
            <a:avLst/>
          </a:prstGeom>
          <a:ln w="12700">
            <a:miter lim="400000"/>
          </a:ln>
        </p:spPr>
      </p:pic>
      <p:sp>
        <p:nvSpPr>
          <p:cNvPr id="2" name="Title 1">
            <a:extLst>
              <a:ext uri="{FF2B5EF4-FFF2-40B4-BE49-F238E27FC236}">
                <a16:creationId xmlns:a16="http://schemas.microsoft.com/office/drawing/2014/main" id="{B2ADAA48-74F2-43B1-9BD3-626C1A8E55D1}"/>
              </a:ext>
            </a:extLst>
          </p:cNvPr>
          <p:cNvSpPr>
            <a:spLocks noGrp="1"/>
          </p:cNvSpPr>
          <p:nvPr>
            <p:ph type="title" hasCustomPrompt="1"/>
          </p:nvPr>
        </p:nvSpPr>
        <p:spPr>
          <a:xfrm>
            <a:off x="862352" y="349652"/>
            <a:ext cx="5282074" cy="665109"/>
          </a:xfrm>
        </p:spPr>
        <p:txBody>
          <a:bodyPr/>
          <a:lstStyle>
            <a:lvl1pPr>
              <a:defRPr/>
            </a:lvl1pPr>
          </a:lstStyle>
          <a:p>
            <a:r>
              <a:rPr lang="en-US"/>
              <a:t>Respond</a:t>
            </a:r>
          </a:p>
        </p:txBody>
      </p:sp>
      <p:grpSp>
        <p:nvGrpSpPr>
          <p:cNvPr id="10" name="Group 9">
            <a:extLst>
              <a:ext uri="{FF2B5EF4-FFF2-40B4-BE49-F238E27FC236}">
                <a16:creationId xmlns:a16="http://schemas.microsoft.com/office/drawing/2014/main" id="{9A37D8F9-444E-472F-9E4F-362BB525C638}"/>
              </a:ext>
            </a:extLst>
          </p:cNvPr>
          <p:cNvGrpSpPr/>
          <p:nvPr userDrawn="1"/>
        </p:nvGrpSpPr>
        <p:grpSpPr>
          <a:xfrm>
            <a:off x="-9811" y="-7868"/>
            <a:ext cx="635432" cy="635432"/>
            <a:chOff x="-20321" y="-7868"/>
            <a:chExt cx="635432" cy="635432"/>
          </a:xfrm>
        </p:grpSpPr>
        <p:sp>
          <p:nvSpPr>
            <p:cNvPr id="11" name="Rectangle 20">
              <a:extLst>
                <a:ext uri="{FF2B5EF4-FFF2-40B4-BE49-F238E27FC236}">
                  <a16:creationId xmlns:a16="http://schemas.microsoft.com/office/drawing/2014/main" id="{F0C036D0-609D-45C7-9A34-C7EBAE7E9CC3}"/>
                </a:ext>
              </a:extLst>
            </p:cNvPr>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12" name="Picture 21" descr="Picture 21">
              <a:extLst>
                <a:ext uri="{FF2B5EF4-FFF2-40B4-BE49-F238E27FC236}">
                  <a16:creationId xmlns:a16="http://schemas.microsoft.com/office/drawing/2014/main" id="{78B36E3B-2A48-419B-9DC4-E3C1394EC2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grpSp>
      <p:sp>
        <p:nvSpPr>
          <p:cNvPr id="16" name="Slide Number">
            <a:extLst>
              <a:ext uri="{FF2B5EF4-FFF2-40B4-BE49-F238E27FC236}">
                <a16:creationId xmlns:a16="http://schemas.microsoft.com/office/drawing/2014/main" id="{5D7D8F6A-1207-4052-A002-5833649F4316}"/>
              </a:ext>
            </a:extLst>
          </p:cNvPr>
          <p:cNvSpPr txBox="1">
            <a:spLocks noGrp="1"/>
          </p:cNvSpPr>
          <p:nvPr>
            <p:ph type="sldNum" sz="quarter" idx="2"/>
          </p:nvPr>
        </p:nvSpPr>
        <p:spPr>
          <a:xfrm>
            <a:off x="580151"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17" name="TextBox 7">
            <a:extLst>
              <a:ext uri="{FF2B5EF4-FFF2-40B4-BE49-F238E27FC236}">
                <a16:creationId xmlns:a16="http://schemas.microsoft.com/office/drawing/2014/main" id="{5490EF60-DC42-48C3-9B8A-EFFBA1CC43F3}"/>
              </a:ext>
            </a:extLst>
          </p:cNvPr>
          <p:cNvSpPr txBox="1"/>
          <p:nvPr userDrawn="1"/>
        </p:nvSpPr>
        <p:spPr>
          <a:xfrm>
            <a:off x="865860" y="6478068"/>
            <a:ext cx="5852160"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sz="800"/>
              <a:t>Copyright © 2021 Exabeam, Inc. All Rights Reserved. Confidential.</a:t>
            </a:r>
          </a:p>
        </p:txBody>
      </p:sp>
      <p:sp>
        <p:nvSpPr>
          <p:cNvPr id="14" name="Text Placeholder 13">
            <a:extLst>
              <a:ext uri="{FF2B5EF4-FFF2-40B4-BE49-F238E27FC236}">
                <a16:creationId xmlns:a16="http://schemas.microsoft.com/office/drawing/2014/main" id="{9D0C36ED-C679-4ECF-8631-7B85979DA6F0}"/>
              </a:ext>
            </a:extLst>
          </p:cNvPr>
          <p:cNvSpPr>
            <a:spLocks noGrp="1"/>
          </p:cNvSpPr>
          <p:nvPr>
            <p:ph type="body" sz="quarter" idx="21" hasCustomPrompt="1"/>
          </p:nvPr>
        </p:nvSpPr>
        <p:spPr>
          <a:xfrm>
            <a:off x="885034" y="1401556"/>
            <a:ext cx="5236985" cy="4820823"/>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1" name="Body Level One…">
            <a:extLst>
              <a:ext uri="{FF2B5EF4-FFF2-40B4-BE49-F238E27FC236}">
                <a16:creationId xmlns:a16="http://schemas.microsoft.com/office/drawing/2014/main" id="{C92E4DE0-1065-4DD8-A133-B4A1B0EA0C55}"/>
              </a:ext>
            </a:extLst>
          </p:cNvPr>
          <p:cNvSpPr txBox="1">
            <a:spLocks noGrp="1"/>
          </p:cNvSpPr>
          <p:nvPr>
            <p:ph type="body" sz="quarter" idx="1" hasCustomPrompt="1"/>
          </p:nvPr>
        </p:nvSpPr>
        <p:spPr>
          <a:xfrm>
            <a:off x="880946" y="1025911"/>
            <a:ext cx="5285678"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1364456123"/>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lumn Numbers">
    <p:spTree>
      <p:nvGrpSpPr>
        <p:cNvPr id="1" name=""/>
        <p:cNvGrpSpPr/>
        <p:nvPr/>
      </p:nvGrpSpPr>
      <p:grpSpPr>
        <a:xfrm>
          <a:off x="0" y="0"/>
          <a:ext cx="0" cy="0"/>
          <a:chOff x="0" y="0"/>
          <a:chExt cx="0" cy="0"/>
        </a:xfrm>
      </p:grpSpPr>
      <p:sp>
        <p:nvSpPr>
          <p:cNvPr id="411" name="Body Level One…"/>
          <p:cNvSpPr txBox="1">
            <a:spLocks noGrp="1"/>
          </p:cNvSpPr>
          <p:nvPr>
            <p:ph type="body" sz="quarter" idx="1" hasCustomPrompt="1"/>
          </p:nvPr>
        </p:nvSpPr>
        <p:spPr>
          <a:xfrm>
            <a:off x="816744" y="3706449"/>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vl2pPr marL="571500" indent="-114300" algn="ctr">
              <a:buFontTx/>
              <a:defRPr sz="1200">
                <a:solidFill>
                  <a:srgbClr val="444747"/>
                </a:solidFill>
                <a:latin typeface="Arial"/>
                <a:ea typeface="Arial"/>
                <a:cs typeface="Arial"/>
                <a:sym typeface="Arial"/>
              </a:defRPr>
            </a:lvl2pPr>
            <a:lvl3pPr marL="1051560" indent="-137160" algn="ctr">
              <a:buFontTx/>
              <a:defRPr sz="1200">
                <a:solidFill>
                  <a:srgbClr val="444747"/>
                </a:solidFill>
                <a:latin typeface="Arial"/>
                <a:ea typeface="Arial"/>
                <a:cs typeface="Arial"/>
                <a:sym typeface="Arial"/>
              </a:defRPr>
            </a:lvl3pPr>
            <a:lvl4pPr marL="1524000" indent="-152400" algn="ctr">
              <a:buFontTx/>
              <a:defRPr sz="1200">
                <a:solidFill>
                  <a:srgbClr val="444747"/>
                </a:solidFill>
                <a:latin typeface="Arial"/>
                <a:ea typeface="Arial"/>
                <a:cs typeface="Arial"/>
                <a:sym typeface="Arial"/>
              </a:defRPr>
            </a:lvl4pPr>
            <a:lvl5pPr marL="1981200" indent="-152400" algn="ctr">
              <a:buFontTx/>
              <a:defRPr sz="1200">
                <a:solidFill>
                  <a:srgbClr val="444747"/>
                </a:solidFill>
                <a:latin typeface="Arial"/>
                <a:ea typeface="Arial"/>
                <a:cs typeface="Arial"/>
                <a:sym typeface="Arial"/>
              </a:defRPr>
            </a:lvl5pPr>
          </a:lstStyle>
          <a:p>
            <a:r>
              <a:t>This is the stat description.</a:t>
            </a:r>
          </a:p>
        </p:txBody>
      </p:sp>
      <p:sp>
        <p:nvSpPr>
          <p:cNvPr id="412" name="Text Placeholder 7"/>
          <p:cNvSpPr>
            <a:spLocks noGrp="1"/>
          </p:cNvSpPr>
          <p:nvPr>
            <p:ph type="body" sz="quarter" idx="21" hasCustomPrompt="1"/>
          </p:nvPr>
        </p:nvSpPr>
        <p:spPr>
          <a:xfrm>
            <a:off x="592750" y="2710661"/>
            <a:ext cx="2668262" cy="855482"/>
          </a:xfrm>
          <a:prstGeom prst="rect">
            <a:avLst/>
          </a:prstGeom>
        </p:spPr>
        <p:txBody>
          <a:bodyPr>
            <a:noAutofit/>
          </a:bodyPr>
          <a:lstStyle>
            <a:lvl1pPr marL="0" indent="0" algn="ctr" defTabSz="667512">
              <a:spcBef>
                <a:spcPts val="700"/>
              </a:spcBef>
              <a:buSzTx/>
              <a:buFontTx/>
              <a:buNone/>
              <a:defRPr sz="4964">
                <a:solidFill>
                  <a:srgbClr val="444747"/>
                </a:solidFill>
                <a:latin typeface="Arial" panose="020B0604020202020204" pitchFamily="34" charset="0"/>
                <a:ea typeface="Arial" panose="020B0604020202020204" pitchFamily="34" charset="0"/>
                <a:cs typeface="Arial" panose="020B0604020202020204" pitchFamily="34" charset="0"/>
                <a:sym typeface="Lausanne 300"/>
              </a:defRPr>
            </a:lvl1pPr>
          </a:lstStyle>
          <a:p>
            <a:r>
              <a:t>+00%</a:t>
            </a:r>
          </a:p>
        </p:txBody>
      </p:sp>
      <p:sp>
        <p:nvSpPr>
          <p:cNvPr id="413" name="Text Placeholder 7"/>
          <p:cNvSpPr>
            <a:spLocks noGrp="1"/>
          </p:cNvSpPr>
          <p:nvPr>
            <p:ph type="body" sz="quarter" idx="22" hasCustomPrompt="1"/>
          </p:nvPr>
        </p:nvSpPr>
        <p:spPr>
          <a:xfrm>
            <a:off x="3551593" y="3706449"/>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14" name="Text Placeholder 7"/>
          <p:cNvSpPr>
            <a:spLocks noGrp="1"/>
          </p:cNvSpPr>
          <p:nvPr>
            <p:ph type="body" sz="quarter" idx="23" hasCustomPrompt="1"/>
          </p:nvPr>
        </p:nvSpPr>
        <p:spPr>
          <a:xfrm>
            <a:off x="3327599" y="2710661"/>
            <a:ext cx="2668262" cy="855482"/>
          </a:xfrm>
          <a:prstGeom prst="rect">
            <a:avLst/>
          </a:prstGeom>
        </p:spPr>
        <p:txBody>
          <a:bodyPr>
            <a:noAutofit/>
          </a:bodyPr>
          <a:lstStyle>
            <a:lvl1pPr marL="0" indent="0" algn="ctr" defTabSz="667512">
              <a:spcBef>
                <a:spcPts val="700"/>
              </a:spcBef>
              <a:buSzTx/>
              <a:buFontTx/>
              <a:buNone/>
              <a:defRPr sz="4964">
                <a:solidFill>
                  <a:srgbClr val="444747"/>
                </a:solidFill>
                <a:latin typeface="Arial" panose="020B0604020202020204" pitchFamily="34" charset="0"/>
                <a:ea typeface="Arial" panose="020B0604020202020204" pitchFamily="34" charset="0"/>
                <a:cs typeface="Arial" panose="020B0604020202020204" pitchFamily="34" charset="0"/>
                <a:sym typeface="Lausanne 300"/>
              </a:defRPr>
            </a:lvl1pPr>
          </a:lstStyle>
          <a:p>
            <a:r>
              <a:t>+00%</a:t>
            </a:r>
          </a:p>
        </p:txBody>
      </p:sp>
      <p:sp>
        <p:nvSpPr>
          <p:cNvPr id="415" name="Text Placeholder 7"/>
          <p:cNvSpPr>
            <a:spLocks noGrp="1"/>
          </p:cNvSpPr>
          <p:nvPr>
            <p:ph type="body" sz="quarter" idx="24" hasCustomPrompt="1"/>
          </p:nvPr>
        </p:nvSpPr>
        <p:spPr>
          <a:xfrm>
            <a:off x="6286442" y="3706449"/>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16" name="Text Placeholder 7"/>
          <p:cNvSpPr>
            <a:spLocks noGrp="1"/>
          </p:cNvSpPr>
          <p:nvPr>
            <p:ph type="body" sz="quarter" idx="25" hasCustomPrompt="1"/>
          </p:nvPr>
        </p:nvSpPr>
        <p:spPr>
          <a:xfrm>
            <a:off x="6062448" y="2710661"/>
            <a:ext cx="2668262" cy="855482"/>
          </a:xfrm>
          <a:prstGeom prst="rect">
            <a:avLst/>
          </a:prstGeom>
        </p:spPr>
        <p:txBody>
          <a:bodyPr>
            <a:noAutofit/>
          </a:bodyPr>
          <a:lstStyle>
            <a:lvl1pPr marL="0" indent="0" algn="ctr" defTabSz="667512">
              <a:spcBef>
                <a:spcPts val="700"/>
              </a:spcBef>
              <a:buSzTx/>
              <a:buFontTx/>
              <a:buNone/>
              <a:defRPr sz="4964">
                <a:solidFill>
                  <a:srgbClr val="444747"/>
                </a:solidFill>
                <a:latin typeface="Arial" panose="020B0604020202020204" pitchFamily="34" charset="0"/>
                <a:ea typeface="Arial" panose="020B0604020202020204" pitchFamily="34" charset="0"/>
                <a:cs typeface="Arial" panose="020B0604020202020204" pitchFamily="34" charset="0"/>
                <a:sym typeface="Lausanne 300"/>
              </a:defRPr>
            </a:lvl1pPr>
          </a:lstStyle>
          <a:p>
            <a:r>
              <a:t>+00%</a:t>
            </a:r>
          </a:p>
        </p:txBody>
      </p:sp>
      <p:sp>
        <p:nvSpPr>
          <p:cNvPr id="417" name="Text Placeholder 7"/>
          <p:cNvSpPr>
            <a:spLocks noGrp="1"/>
          </p:cNvSpPr>
          <p:nvPr>
            <p:ph type="body" sz="quarter" idx="26" hasCustomPrompt="1"/>
          </p:nvPr>
        </p:nvSpPr>
        <p:spPr>
          <a:xfrm>
            <a:off x="9021290" y="3706449"/>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18" name="Text Placeholder 7"/>
          <p:cNvSpPr>
            <a:spLocks noGrp="1"/>
          </p:cNvSpPr>
          <p:nvPr>
            <p:ph type="body" sz="quarter" idx="27" hasCustomPrompt="1"/>
          </p:nvPr>
        </p:nvSpPr>
        <p:spPr>
          <a:xfrm>
            <a:off x="8797296" y="2710661"/>
            <a:ext cx="2668262" cy="855482"/>
          </a:xfrm>
          <a:prstGeom prst="rect">
            <a:avLst/>
          </a:prstGeom>
        </p:spPr>
        <p:txBody>
          <a:bodyPr>
            <a:noAutofit/>
          </a:bodyPr>
          <a:lstStyle>
            <a:lvl1pPr marL="0" indent="0" algn="ctr" defTabSz="667512">
              <a:spcBef>
                <a:spcPts val="700"/>
              </a:spcBef>
              <a:buSzTx/>
              <a:buFontTx/>
              <a:buNone/>
              <a:defRPr sz="4964">
                <a:solidFill>
                  <a:srgbClr val="444747"/>
                </a:solidFill>
                <a:latin typeface="Arial" panose="020B0604020202020204" pitchFamily="34" charset="0"/>
                <a:ea typeface="Arial" panose="020B0604020202020204" pitchFamily="34" charset="0"/>
                <a:cs typeface="Arial" panose="020B0604020202020204" pitchFamily="34" charset="0"/>
                <a:sym typeface="Lausanne 300"/>
              </a:defRPr>
            </a:lvl1pPr>
          </a:lstStyle>
          <a:p>
            <a:r>
              <a:t>+00%</a:t>
            </a:r>
          </a:p>
        </p:txBody>
      </p:sp>
      <p:sp>
        <p:nvSpPr>
          <p:cNvPr id="4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6C63849B-9E94-41F6-A669-454D105DC7A4}"/>
              </a:ext>
            </a:extLst>
          </p:cNvPr>
          <p:cNvSpPr>
            <a:spLocks noGrp="1"/>
          </p:cNvSpPr>
          <p:nvPr>
            <p:ph type="title" hasCustomPrompt="1"/>
          </p:nvPr>
        </p:nvSpPr>
        <p:spPr/>
        <p:txBody>
          <a:bodyPr/>
          <a:lstStyle>
            <a:lvl1pPr>
              <a:defRPr/>
            </a:lvl1pPr>
          </a:lstStyle>
          <a:p>
            <a:r>
              <a:rPr lang="en-US"/>
              <a:t>Four Column Numbers</a:t>
            </a:r>
          </a:p>
        </p:txBody>
      </p:sp>
    </p:spTree>
    <p:extLst>
      <p:ext uri="{BB962C8B-B14F-4D97-AF65-F5344CB8AC3E}">
        <p14:creationId xmlns:p14="http://schemas.microsoft.com/office/powerpoint/2010/main" val="78029313"/>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py and Numbers">
    <p:spTree>
      <p:nvGrpSpPr>
        <p:cNvPr id="1" name=""/>
        <p:cNvGrpSpPr/>
        <p:nvPr/>
      </p:nvGrpSpPr>
      <p:grpSpPr>
        <a:xfrm>
          <a:off x="0" y="0"/>
          <a:ext cx="0" cy="0"/>
          <a:chOff x="0" y="0"/>
          <a:chExt cx="0" cy="0"/>
        </a:xfrm>
      </p:grpSpPr>
      <p:sp>
        <p:nvSpPr>
          <p:cNvPr id="427" name="Body Level One…"/>
          <p:cNvSpPr txBox="1">
            <a:spLocks noGrp="1"/>
          </p:cNvSpPr>
          <p:nvPr>
            <p:ph type="body" sz="quarter" idx="1" hasCustomPrompt="1"/>
          </p:nvPr>
        </p:nvSpPr>
        <p:spPr>
          <a:xfrm>
            <a:off x="7671683" y="3316894"/>
            <a:ext cx="3108611" cy="406957"/>
          </a:xfrm>
          <a:prstGeom prst="rect">
            <a:avLst/>
          </a:prstGeom>
        </p:spPr>
        <p:txBody>
          <a:bodyPr>
            <a:noAutofit/>
          </a:bodyPr>
          <a:lstStyle>
            <a:lvl1pPr marL="0" indent="0" algn="l">
              <a:buSzTx/>
              <a:buFontTx/>
              <a:buNone/>
              <a:defRPr sz="1200">
                <a:solidFill>
                  <a:srgbClr val="444747"/>
                </a:solidFill>
                <a:latin typeface="Arial"/>
                <a:ea typeface="Arial"/>
                <a:cs typeface="Arial"/>
                <a:sym typeface="Arial"/>
              </a:defRPr>
            </a:lvl1pPr>
            <a:lvl2pPr marL="571500" indent="-114300" algn="l">
              <a:buFontTx/>
              <a:defRPr sz="1200">
                <a:solidFill>
                  <a:srgbClr val="444747"/>
                </a:solidFill>
                <a:latin typeface="Arial"/>
                <a:ea typeface="Arial"/>
                <a:cs typeface="Arial"/>
                <a:sym typeface="Arial"/>
              </a:defRPr>
            </a:lvl2pPr>
            <a:lvl3pPr marL="1051560" indent="-137160" algn="l">
              <a:buFontTx/>
              <a:defRPr sz="1200">
                <a:solidFill>
                  <a:srgbClr val="444747"/>
                </a:solidFill>
                <a:latin typeface="Arial"/>
                <a:ea typeface="Arial"/>
                <a:cs typeface="Arial"/>
                <a:sym typeface="Arial"/>
              </a:defRPr>
            </a:lvl3pPr>
            <a:lvl4pPr marL="1524000" indent="-152400" algn="l">
              <a:buFontTx/>
              <a:defRPr sz="1200">
                <a:solidFill>
                  <a:srgbClr val="444747"/>
                </a:solidFill>
                <a:latin typeface="Arial"/>
                <a:ea typeface="Arial"/>
                <a:cs typeface="Arial"/>
                <a:sym typeface="Arial"/>
              </a:defRPr>
            </a:lvl4pPr>
            <a:lvl5pPr marL="1981200" indent="-152400" algn="l">
              <a:buFontTx/>
              <a:defRPr sz="1200">
                <a:solidFill>
                  <a:srgbClr val="444747"/>
                </a:solidFill>
                <a:latin typeface="Arial"/>
                <a:ea typeface="Arial"/>
                <a:cs typeface="Arial"/>
                <a:sym typeface="Arial"/>
              </a:defRPr>
            </a:lvl5pPr>
          </a:lstStyle>
          <a:p>
            <a:r>
              <a:t>This is a stat description.</a:t>
            </a:r>
          </a:p>
        </p:txBody>
      </p:sp>
      <p:sp>
        <p:nvSpPr>
          <p:cNvPr id="428" name="Text Placeholder 7"/>
          <p:cNvSpPr>
            <a:spLocks noGrp="1"/>
          </p:cNvSpPr>
          <p:nvPr>
            <p:ph type="body" sz="quarter" idx="21" hasCustomPrompt="1"/>
          </p:nvPr>
        </p:nvSpPr>
        <p:spPr>
          <a:xfrm>
            <a:off x="7226308" y="2321628"/>
            <a:ext cx="2668262" cy="855483"/>
          </a:xfrm>
          <a:prstGeom prst="rect">
            <a:avLst/>
          </a:prstGeom>
        </p:spPr>
        <p:txBody>
          <a:bodyPr>
            <a:noAutofit/>
          </a:bodyPr>
          <a:lstStyle>
            <a:lvl1pPr marL="0" indent="0" defTabSz="722376">
              <a:spcBef>
                <a:spcPts val="700"/>
              </a:spcBef>
              <a:buSzTx/>
              <a:buFontTx/>
              <a:buNone/>
              <a:defRPr sz="5372">
                <a:solidFill>
                  <a:schemeClr val="accent1"/>
                </a:solidFill>
                <a:latin typeface="Arial"/>
                <a:ea typeface="Arial"/>
                <a:cs typeface="Arial"/>
                <a:sym typeface="Arial"/>
              </a:defRPr>
            </a:lvl1pPr>
          </a:lstStyle>
          <a:p>
            <a:r>
              <a:t>+00%</a:t>
            </a:r>
          </a:p>
        </p:txBody>
      </p:sp>
      <p:sp>
        <p:nvSpPr>
          <p:cNvPr id="431" name="Text Placeholder 7"/>
          <p:cNvSpPr>
            <a:spLocks noGrp="1"/>
          </p:cNvSpPr>
          <p:nvPr>
            <p:ph type="body" sz="quarter" idx="23" hasCustomPrompt="1"/>
          </p:nvPr>
        </p:nvSpPr>
        <p:spPr>
          <a:xfrm>
            <a:off x="7671683" y="5022838"/>
            <a:ext cx="3108611" cy="406957"/>
          </a:xfrm>
          <a:prstGeom prst="rect">
            <a:avLst/>
          </a:prstGeom>
        </p:spPr>
        <p:txBody>
          <a:bodyPr>
            <a:noAutofit/>
          </a:bodyPr>
          <a:lstStyle>
            <a:lvl1pPr marL="0" indent="0" algn="l">
              <a:buSzTx/>
              <a:buFontTx/>
              <a:buNone/>
              <a:defRPr sz="1200">
                <a:solidFill>
                  <a:srgbClr val="444747"/>
                </a:solidFill>
                <a:latin typeface="Arial"/>
                <a:ea typeface="Arial"/>
                <a:cs typeface="Arial"/>
                <a:sym typeface="Arial"/>
              </a:defRPr>
            </a:lvl1pPr>
          </a:lstStyle>
          <a:p>
            <a:r>
              <a:t>This is a stat description.</a:t>
            </a:r>
          </a:p>
        </p:txBody>
      </p:sp>
      <p:sp>
        <p:nvSpPr>
          <p:cNvPr id="432" name="Text Placeholder 7"/>
          <p:cNvSpPr>
            <a:spLocks noGrp="1"/>
          </p:cNvSpPr>
          <p:nvPr>
            <p:ph type="body" sz="quarter" idx="24" hasCustomPrompt="1"/>
          </p:nvPr>
        </p:nvSpPr>
        <p:spPr>
          <a:xfrm>
            <a:off x="7232879" y="4031536"/>
            <a:ext cx="2668262" cy="855483"/>
          </a:xfrm>
          <a:prstGeom prst="rect">
            <a:avLst/>
          </a:prstGeom>
        </p:spPr>
        <p:txBody>
          <a:bodyPr>
            <a:noAutofit/>
          </a:bodyPr>
          <a:lstStyle>
            <a:lvl1pPr marL="0" indent="0" defTabSz="722376">
              <a:spcBef>
                <a:spcPts val="700"/>
              </a:spcBef>
              <a:buSzTx/>
              <a:buFontTx/>
              <a:buNone/>
              <a:defRPr sz="5372">
                <a:solidFill>
                  <a:schemeClr val="accent1"/>
                </a:solidFill>
                <a:latin typeface="Arial"/>
                <a:ea typeface="Arial"/>
                <a:cs typeface="Arial"/>
                <a:sym typeface="Arial"/>
              </a:defRPr>
            </a:lvl1pPr>
          </a:lstStyle>
          <a:p>
            <a:r>
              <a:t>+00%</a:t>
            </a:r>
          </a:p>
        </p:txBody>
      </p:sp>
      <p:sp>
        <p:nvSpPr>
          <p:cNvPr id="4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34" name="Text Placeholder 13"/>
          <p:cNvSpPr>
            <a:spLocks noGrp="1"/>
          </p:cNvSpPr>
          <p:nvPr>
            <p:ph type="body" sz="quarter" idx="25" hasCustomPrompt="1"/>
          </p:nvPr>
        </p:nvSpPr>
        <p:spPr>
          <a:xfrm>
            <a:off x="567560" y="1393902"/>
            <a:ext cx="5554107" cy="4678907"/>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
        <p:nvSpPr>
          <p:cNvPr id="2" name="Title 1">
            <a:extLst>
              <a:ext uri="{FF2B5EF4-FFF2-40B4-BE49-F238E27FC236}">
                <a16:creationId xmlns:a16="http://schemas.microsoft.com/office/drawing/2014/main" id="{3BA3D8A2-5B01-4C73-A9B0-E13CE6B1C2F2}"/>
              </a:ext>
            </a:extLst>
          </p:cNvPr>
          <p:cNvSpPr>
            <a:spLocks noGrp="1"/>
          </p:cNvSpPr>
          <p:nvPr>
            <p:ph type="title" hasCustomPrompt="1"/>
          </p:nvPr>
        </p:nvSpPr>
        <p:spPr/>
        <p:txBody>
          <a:bodyPr/>
          <a:lstStyle>
            <a:lvl1pPr>
              <a:defRPr/>
            </a:lvl1pPr>
          </a:lstStyle>
          <a:p>
            <a:r>
              <a:rPr lang="en-US"/>
              <a:t>Copy and Numbers</a:t>
            </a:r>
          </a:p>
        </p:txBody>
      </p:sp>
      <p:sp>
        <p:nvSpPr>
          <p:cNvPr id="10" name="Body Level One…">
            <a:extLst>
              <a:ext uri="{FF2B5EF4-FFF2-40B4-BE49-F238E27FC236}">
                <a16:creationId xmlns:a16="http://schemas.microsoft.com/office/drawing/2014/main" id="{705B30F9-61DD-4602-BA1E-CA9CD0855988}"/>
              </a:ext>
            </a:extLst>
          </p:cNvPr>
          <p:cNvSpPr txBox="1">
            <a:spLocks noGrp="1"/>
          </p:cNvSpPr>
          <p:nvPr>
            <p:ph type="body" sz="quarter" idx="26" hasCustomPrompt="1"/>
          </p:nvPr>
        </p:nvSpPr>
        <p:spPr>
          <a:xfrm>
            <a:off x="568713" y="1025911"/>
            <a:ext cx="5531004"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Tree>
    <p:extLst>
      <p:ext uri="{BB962C8B-B14F-4D97-AF65-F5344CB8AC3E}">
        <p14:creationId xmlns:p14="http://schemas.microsoft.com/office/powerpoint/2010/main" val="211157127"/>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py and One Number">
    <p:spTree>
      <p:nvGrpSpPr>
        <p:cNvPr id="1" name=""/>
        <p:cNvGrpSpPr/>
        <p:nvPr/>
      </p:nvGrpSpPr>
      <p:grpSpPr>
        <a:xfrm>
          <a:off x="0" y="0"/>
          <a:ext cx="0" cy="0"/>
          <a:chOff x="0" y="0"/>
          <a:chExt cx="0" cy="0"/>
        </a:xfrm>
      </p:grpSpPr>
      <p:sp>
        <p:nvSpPr>
          <p:cNvPr id="427" name="Body Level One…"/>
          <p:cNvSpPr txBox="1">
            <a:spLocks noGrp="1"/>
          </p:cNvSpPr>
          <p:nvPr>
            <p:ph type="body" sz="quarter" idx="1" hasCustomPrompt="1"/>
          </p:nvPr>
        </p:nvSpPr>
        <p:spPr>
          <a:xfrm>
            <a:off x="7783504" y="4078896"/>
            <a:ext cx="3872690" cy="454604"/>
          </a:xfrm>
          <a:prstGeom prst="rect">
            <a:avLst/>
          </a:prstGeom>
        </p:spPr>
        <p:txBody>
          <a:bodyPr>
            <a:noAutofit/>
          </a:bodyPr>
          <a:lstStyle>
            <a:lvl1pPr marL="0" indent="0" algn="l">
              <a:buSzTx/>
              <a:buFontTx/>
              <a:buNone/>
              <a:defRPr sz="1200">
                <a:solidFill>
                  <a:srgbClr val="444747"/>
                </a:solidFill>
                <a:latin typeface="Arial"/>
                <a:ea typeface="Arial"/>
                <a:cs typeface="Arial"/>
                <a:sym typeface="Arial"/>
              </a:defRPr>
            </a:lvl1pPr>
            <a:lvl2pPr marL="571500" indent="-114300" algn="l">
              <a:buFontTx/>
              <a:defRPr sz="1200">
                <a:solidFill>
                  <a:srgbClr val="444747"/>
                </a:solidFill>
                <a:latin typeface="Arial"/>
                <a:ea typeface="Arial"/>
                <a:cs typeface="Arial"/>
                <a:sym typeface="Arial"/>
              </a:defRPr>
            </a:lvl2pPr>
            <a:lvl3pPr marL="1051560" indent="-137160" algn="l">
              <a:buFontTx/>
              <a:defRPr sz="1200">
                <a:solidFill>
                  <a:srgbClr val="444747"/>
                </a:solidFill>
                <a:latin typeface="Arial"/>
                <a:ea typeface="Arial"/>
                <a:cs typeface="Arial"/>
                <a:sym typeface="Arial"/>
              </a:defRPr>
            </a:lvl3pPr>
            <a:lvl4pPr marL="1524000" indent="-152400" algn="l">
              <a:buFontTx/>
              <a:defRPr sz="1200">
                <a:solidFill>
                  <a:srgbClr val="444747"/>
                </a:solidFill>
                <a:latin typeface="Arial"/>
                <a:ea typeface="Arial"/>
                <a:cs typeface="Arial"/>
                <a:sym typeface="Arial"/>
              </a:defRPr>
            </a:lvl4pPr>
            <a:lvl5pPr marL="1981200" indent="-152400" algn="l">
              <a:buFontTx/>
              <a:defRPr sz="1200">
                <a:solidFill>
                  <a:srgbClr val="444747"/>
                </a:solidFill>
                <a:latin typeface="Arial"/>
                <a:ea typeface="Arial"/>
                <a:cs typeface="Arial"/>
                <a:sym typeface="Arial"/>
              </a:defRPr>
            </a:lvl5pPr>
          </a:lstStyle>
          <a:p>
            <a:r>
              <a:t>This is a stat description.</a:t>
            </a:r>
          </a:p>
        </p:txBody>
      </p:sp>
      <p:sp>
        <p:nvSpPr>
          <p:cNvPr id="428" name="Text Placeholder 7"/>
          <p:cNvSpPr>
            <a:spLocks noGrp="1"/>
          </p:cNvSpPr>
          <p:nvPr>
            <p:ph type="body" sz="quarter" idx="21" hasCustomPrompt="1"/>
          </p:nvPr>
        </p:nvSpPr>
        <p:spPr>
          <a:xfrm>
            <a:off x="7046778" y="2755382"/>
            <a:ext cx="3717429" cy="1218741"/>
          </a:xfrm>
          <a:prstGeom prst="rect">
            <a:avLst/>
          </a:prstGeom>
        </p:spPr>
        <p:txBody>
          <a:bodyPr>
            <a:noAutofit/>
          </a:bodyPr>
          <a:lstStyle>
            <a:lvl1pPr marL="0" indent="0" defTabSz="722376">
              <a:spcBef>
                <a:spcPts val="700"/>
              </a:spcBef>
              <a:buSzTx/>
              <a:buFontTx/>
              <a:buNone/>
              <a:defRPr sz="8700">
                <a:solidFill>
                  <a:schemeClr val="accent1"/>
                </a:solidFill>
                <a:latin typeface="Arial"/>
                <a:ea typeface="Arial"/>
                <a:cs typeface="Arial"/>
                <a:sym typeface="Arial"/>
              </a:defRPr>
            </a:lvl1pPr>
          </a:lstStyle>
          <a:p>
            <a:r>
              <a:t>+00%</a:t>
            </a:r>
          </a:p>
        </p:txBody>
      </p:sp>
      <p:sp>
        <p:nvSpPr>
          <p:cNvPr id="43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25616BFA-6776-4676-9D88-DF4177B02782}"/>
              </a:ext>
            </a:extLst>
          </p:cNvPr>
          <p:cNvSpPr>
            <a:spLocks noGrp="1"/>
          </p:cNvSpPr>
          <p:nvPr>
            <p:ph type="title" hasCustomPrompt="1"/>
          </p:nvPr>
        </p:nvSpPr>
        <p:spPr/>
        <p:txBody>
          <a:bodyPr/>
          <a:lstStyle>
            <a:lvl1pPr>
              <a:defRPr/>
            </a:lvl1pPr>
          </a:lstStyle>
          <a:p>
            <a:r>
              <a:rPr lang="en-US"/>
              <a:t>Copy and One Number</a:t>
            </a:r>
          </a:p>
        </p:txBody>
      </p:sp>
      <p:sp>
        <p:nvSpPr>
          <p:cNvPr id="8" name="Body Level One…">
            <a:extLst>
              <a:ext uri="{FF2B5EF4-FFF2-40B4-BE49-F238E27FC236}">
                <a16:creationId xmlns:a16="http://schemas.microsoft.com/office/drawing/2014/main" id="{16D94202-0568-473A-B805-F79624219445}"/>
              </a:ext>
            </a:extLst>
          </p:cNvPr>
          <p:cNvSpPr txBox="1">
            <a:spLocks noGrp="1"/>
          </p:cNvSpPr>
          <p:nvPr>
            <p:ph type="body" sz="quarter" idx="26" hasCustomPrompt="1"/>
          </p:nvPr>
        </p:nvSpPr>
        <p:spPr>
          <a:xfrm>
            <a:off x="568713" y="1025911"/>
            <a:ext cx="5531004" cy="323385"/>
          </a:xfrm>
          <a:prstGeom prst="rect">
            <a:avLst/>
          </a:prstGeom>
        </p:spPr>
        <p:txBody>
          <a:bodyPr lIns="45720" tIns="18288" rIns="45720" bIns="18288">
            <a:normAutofit/>
          </a:bodyPr>
          <a:lstStyle>
            <a:lvl1pPr marL="0" indent="0">
              <a:spcBef>
                <a:spcPts val="0"/>
              </a:spcBef>
              <a:spcAft>
                <a:spcPts val="0"/>
              </a:spcAft>
              <a:buSzTx/>
              <a:buFontTx/>
              <a:buNone/>
              <a:defRPr sz="1600">
                <a:solidFill>
                  <a:srgbClr val="303030"/>
                </a:solidFill>
                <a:latin typeface="+mj-lt"/>
                <a:ea typeface="Arial"/>
                <a:cs typeface="Arial"/>
                <a:sym typeface="Arial"/>
              </a:defRPr>
            </a:lvl1pPr>
            <a:lvl2pPr marL="590550" indent="-133350">
              <a:buFontTx/>
              <a:defRPr sz="1600">
                <a:solidFill>
                  <a:srgbClr val="303030"/>
                </a:solidFill>
                <a:latin typeface="Arial"/>
                <a:ea typeface="Arial"/>
                <a:cs typeface="Arial"/>
                <a:sym typeface="Arial"/>
              </a:defRPr>
            </a:lvl2pPr>
            <a:lvl3pPr marL="1074419" indent="-160019">
              <a:buFontTx/>
              <a:defRPr sz="1600">
                <a:solidFill>
                  <a:srgbClr val="303030"/>
                </a:solidFill>
                <a:latin typeface="Arial"/>
                <a:ea typeface="Arial"/>
                <a:cs typeface="Arial"/>
                <a:sym typeface="Arial"/>
              </a:defRPr>
            </a:lvl3pPr>
            <a:lvl4pPr marL="1549400" indent="-177800">
              <a:buFontTx/>
              <a:defRPr sz="1600">
                <a:solidFill>
                  <a:srgbClr val="303030"/>
                </a:solidFill>
                <a:latin typeface="Arial"/>
                <a:ea typeface="Arial"/>
                <a:cs typeface="Arial"/>
                <a:sym typeface="Arial"/>
              </a:defRPr>
            </a:lvl4pPr>
            <a:lvl5pPr marL="2006600" indent="-177800">
              <a:buFontTx/>
              <a:defRPr sz="1600">
                <a:solidFill>
                  <a:srgbClr val="303030"/>
                </a:solidFill>
                <a:latin typeface="Arial"/>
                <a:ea typeface="Arial"/>
                <a:cs typeface="Arial"/>
                <a:sym typeface="Arial"/>
              </a:defRPr>
            </a:lvl5pPr>
          </a:lstStyle>
          <a:p>
            <a:r>
              <a:t>Sub</a:t>
            </a:r>
            <a:r>
              <a:rPr lang="en-US"/>
              <a:t>h</a:t>
            </a:r>
            <a:r>
              <a:t>ead</a:t>
            </a:r>
          </a:p>
        </p:txBody>
      </p:sp>
      <p:sp>
        <p:nvSpPr>
          <p:cNvPr id="9" name="Text Placeholder 13">
            <a:extLst>
              <a:ext uri="{FF2B5EF4-FFF2-40B4-BE49-F238E27FC236}">
                <a16:creationId xmlns:a16="http://schemas.microsoft.com/office/drawing/2014/main" id="{92AC1632-6F67-49E7-A468-D12383090E5C}"/>
              </a:ext>
            </a:extLst>
          </p:cNvPr>
          <p:cNvSpPr>
            <a:spLocks noGrp="1"/>
          </p:cNvSpPr>
          <p:nvPr>
            <p:ph type="body" sz="quarter" idx="25" hasCustomPrompt="1"/>
          </p:nvPr>
        </p:nvSpPr>
        <p:spPr>
          <a:xfrm>
            <a:off x="567560" y="1393902"/>
            <a:ext cx="5554107" cy="4678907"/>
          </a:xfrm>
          <a:prstGeom prst="rect">
            <a:avLst/>
          </a:prstGeom>
        </p:spPr>
        <p:txBody>
          <a:bodyPr>
            <a:normAutofit/>
          </a:bodyPr>
          <a:lstStyle>
            <a:lvl1pPr marL="0" indent="0">
              <a:buSzTx/>
              <a:buFontTx/>
              <a:buNone/>
              <a:defRPr sz="1400">
                <a:solidFill>
                  <a:srgbClr val="303030"/>
                </a:solidFill>
                <a:latin typeface="Arial"/>
                <a:ea typeface="Arial"/>
                <a:cs typeface="Arial"/>
                <a:sym typeface="Arial"/>
              </a:defRPr>
            </a:lvl1pPr>
          </a:lstStyle>
          <a:p>
            <a:r>
              <a:t>Lorem ipsum dolor sit </a:t>
            </a:r>
            <a:r>
              <a:rPr err="1"/>
              <a:t>amet</a:t>
            </a:r>
            <a:r>
              <a:t>, </a:t>
            </a:r>
            <a:r>
              <a:rPr err="1"/>
              <a:t>consectetur</a:t>
            </a:r>
            <a:r>
              <a:t> </a:t>
            </a:r>
            <a:r>
              <a:rPr err="1"/>
              <a:t>adipiscing</a:t>
            </a:r>
            <a:r>
              <a:t> </a:t>
            </a:r>
            <a:r>
              <a:rPr err="1"/>
              <a:t>elit</a:t>
            </a:r>
            <a:r>
              <a:t>, sed do </a:t>
            </a:r>
            <a:r>
              <a:rPr err="1"/>
              <a:t>eiusmod</a:t>
            </a:r>
            <a:r>
              <a:t> </a:t>
            </a:r>
            <a:r>
              <a:rPr err="1"/>
              <a:t>tempor</a:t>
            </a:r>
            <a:r>
              <a:t> </a:t>
            </a:r>
            <a:r>
              <a:rPr err="1"/>
              <a:t>incididunt</a:t>
            </a:r>
            <a:r>
              <a:t> </a:t>
            </a:r>
            <a:r>
              <a:rPr err="1"/>
              <a:t>ut</a:t>
            </a:r>
            <a:r>
              <a:t> </a:t>
            </a:r>
            <a:r>
              <a:rPr err="1"/>
              <a:t>labore</a:t>
            </a:r>
            <a:r>
              <a:t> et dolore magna </a:t>
            </a:r>
            <a:r>
              <a:rPr err="1"/>
              <a:t>aliqua</a:t>
            </a:r>
            <a:r>
              <a:t>. Sed </a:t>
            </a:r>
            <a:r>
              <a:rPr err="1"/>
              <a:t>felis</a:t>
            </a:r>
            <a:r>
              <a:t> </a:t>
            </a:r>
            <a:r>
              <a:rPr err="1"/>
              <a:t>eget</a:t>
            </a:r>
            <a:r>
              <a:t> </a:t>
            </a:r>
            <a:r>
              <a:rPr err="1"/>
              <a:t>velit</a:t>
            </a:r>
            <a:r>
              <a:t> </a:t>
            </a:r>
            <a:r>
              <a:rPr err="1"/>
              <a:t>aliquet</a:t>
            </a:r>
            <a:r>
              <a:t> </a:t>
            </a:r>
            <a:r>
              <a:rPr err="1"/>
              <a:t>sagittis</a:t>
            </a:r>
            <a:r>
              <a:t> id </a:t>
            </a:r>
            <a:r>
              <a:rPr err="1"/>
              <a:t>consectetur</a:t>
            </a:r>
            <a:r>
              <a:t> </a:t>
            </a:r>
            <a:r>
              <a:rPr err="1"/>
              <a:t>purus</a:t>
            </a:r>
            <a:r>
              <a:t> </a:t>
            </a:r>
            <a:r>
              <a:rPr err="1"/>
              <a:t>ut.</a:t>
            </a:r>
            <a:r>
              <a:t> </a:t>
            </a:r>
            <a:r>
              <a:rPr err="1"/>
              <a:t>Feugiat</a:t>
            </a:r>
            <a:r>
              <a:t> </a:t>
            </a:r>
            <a:r>
              <a:rPr err="1"/>
              <a:t>pretium</a:t>
            </a:r>
            <a:r>
              <a:t> </a:t>
            </a:r>
            <a:r>
              <a:rPr err="1"/>
              <a:t>nibh</a:t>
            </a:r>
            <a:r>
              <a:t> ipsum </a:t>
            </a:r>
            <a:r>
              <a:rPr err="1"/>
              <a:t>consequat</a:t>
            </a:r>
            <a:r>
              <a:t> </a:t>
            </a:r>
            <a:r>
              <a:rPr err="1"/>
              <a:t>nisl</a:t>
            </a:r>
            <a:r>
              <a:t> vel </a:t>
            </a:r>
            <a:r>
              <a:rPr err="1"/>
              <a:t>pretium</a:t>
            </a:r>
            <a:r>
              <a:t> </a:t>
            </a:r>
            <a:r>
              <a:rPr err="1"/>
              <a:t>lectus</a:t>
            </a:r>
            <a:r>
              <a:t>. Mi </a:t>
            </a:r>
            <a:r>
              <a:rPr err="1"/>
              <a:t>quis</a:t>
            </a:r>
            <a:r>
              <a:t> </a:t>
            </a:r>
            <a:r>
              <a:rPr err="1"/>
              <a:t>hendrerit</a:t>
            </a:r>
            <a:r>
              <a:t> dolor magna </a:t>
            </a:r>
            <a:r>
              <a:rPr err="1"/>
              <a:t>eget</a:t>
            </a:r>
            <a:r>
              <a:t> </a:t>
            </a:r>
            <a:r>
              <a:rPr err="1"/>
              <a:t>est</a:t>
            </a:r>
            <a:r>
              <a:t> lorem ipsum. Et </a:t>
            </a:r>
            <a:r>
              <a:rPr err="1"/>
              <a:t>tortor</a:t>
            </a:r>
            <a:r>
              <a:t> </a:t>
            </a:r>
            <a:r>
              <a:rPr err="1"/>
              <a:t>consequat</a:t>
            </a:r>
            <a:r>
              <a:t> id porta </a:t>
            </a:r>
            <a:r>
              <a:rPr err="1"/>
              <a:t>nibh</a:t>
            </a:r>
            <a:r>
              <a:t> </a:t>
            </a:r>
            <a:r>
              <a:rPr err="1"/>
              <a:t>venenatis</a:t>
            </a:r>
            <a:r>
              <a:t> </a:t>
            </a:r>
            <a:r>
              <a:rPr err="1"/>
              <a:t>cras</a:t>
            </a:r>
            <a:r>
              <a:t> sed. </a:t>
            </a:r>
            <a:r>
              <a:rPr err="1"/>
              <a:t>Vulputate</a:t>
            </a:r>
            <a:r>
              <a:t> </a:t>
            </a:r>
            <a:r>
              <a:rPr err="1"/>
              <a:t>dignissim</a:t>
            </a:r>
            <a:r>
              <a:t> </a:t>
            </a:r>
            <a:r>
              <a:rPr err="1"/>
              <a:t>suspendisse</a:t>
            </a:r>
            <a:r>
              <a:t> in </a:t>
            </a:r>
            <a:r>
              <a:rPr err="1"/>
              <a:t>est</a:t>
            </a:r>
            <a:r>
              <a:t> ante. Sociis </a:t>
            </a:r>
            <a:r>
              <a:rPr err="1"/>
              <a:t>natoque</a:t>
            </a:r>
            <a:r>
              <a:t> </a:t>
            </a:r>
            <a:r>
              <a:rPr err="1"/>
              <a:t>penatibus</a:t>
            </a:r>
            <a:r>
              <a:t> et </a:t>
            </a:r>
            <a:r>
              <a:rPr err="1"/>
              <a:t>magnis</a:t>
            </a:r>
            <a:r>
              <a:t> dis.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 </a:t>
            </a:r>
            <a:r>
              <a:rPr err="1"/>
              <a:t>nibh</a:t>
            </a:r>
            <a:r>
              <a:t> sit </a:t>
            </a:r>
            <a:r>
              <a:rPr err="1"/>
              <a:t>amet</a:t>
            </a:r>
            <a:r>
              <a:t> </a:t>
            </a:r>
            <a:r>
              <a:rPr err="1"/>
              <a:t>commodo</a:t>
            </a:r>
            <a:r>
              <a:t>. </a:t>
            </a:r>
            <a:r>
              <a:rPr err="1"/>
              <a:t>Molestie</a:t>
            </a:r>
            <a:r>
              <a:t> </a:t>
            </a:r>
            <a:r>
              <a:rPr err="1"/>
              <a:t>nunc</a:t>
            </a:r>
            <a:r>
              <a:t> non </a:t>
            </a:r>
            <a:r>
              <a:rPr err="1"/>
              <a:t>blandit</a:t>
            </a:r>
            <a:r>
              <a:t> </a:t>
            </a:r>
            <a:r>
              <a:rPr err="1"/>
              <a:t>massa</a:t>
            </a:r>
            <a:r>
              <a:t> </a:t>
            </a:r>
            <a:r>
              <a:rPr err="1"/>
              <a:t>enim</a:t>
            </a:r>
            <a:r>
              <a:t> </a:t>
            </a:r>
            <a:r>
              <a:rPr err="1"/>
              <a:t>nec</a:t>
            </a:r>
            <a:r>
              <a:t>. Id </a:t>
            </a:r>
            <a:r>
              <a:rPr err="1"/>
              <a:t>ornare</a:t>
            </a:r>
            <a:r>
              <a:t> </a:t>
            </a:r>
            <a:r>
              <a:rPr err="1"/>
              <a:t>arcu</a:t>
            </a:r>
            <a:r>
              <a:t> </a:t>
            </a:r>
            <a:r>
              <a:rPr err="1"/>
              <a:t>odio</a:t>
            </a:r>
            <a:r>
              <a:t> </a:t>
            </a:r>
            <a:r>
              <a:rPr err="1"/>
              <a:t>ut</a:t>
            </a:r>
            <a:r>
              <a:t> </a:t>
            </a:r>
            <a:r>
              <a:rPr err="1"/>
              <a:t>sem</a:t>
            </a:r>
            <a:r>
              <a:t> </a:t>
            </a:r>
            <a:r>
              <a:rPr err="1"/>
              <a:t>nulla</a:t>
            </a:r>
            <a:r>
              <a:t> pharetra. </a:t>
            </a:r>
            <a:r>
              <a:rPr err="1"/>
              <a:t>Molestie</a:t>
            </a:r>
            <a:r>
              <a:t> at </a:t>
            </a:r>
            <a:r>
              <a:rPr err="1"/>
              <a:t>elementum</a:t>
            </a:r>
            <a:r>
              <a:t> </a:t>
            </a:r>
            <a:r>
              <a:rPr err="1"/>
              <a:t>eu</a:t>
            </a:r>
            <a:r>
              <a:t> </a:t>
            </a:r>
            <a:r>
              <a:rPr err="1"/>
              <a:t>facilisis</a:t>
            </a:r>
            <a:r>
              <a:t> sed </a:t>
            </a:r>
            <a:r>
              <a:rPr err="1"/>
              <a:t>odio</a:t>
            </a:r>
            <a:r>
              <a:t>. </a:t>
            </a:r>
            <a:r>
              <a:rPr err="1"/>
              <a:t>Sollicitudin</a:t>
            </a:r>
            <a:r>
              <a:t>.</a:t>
            </a:r>
          </a:p>
        </p:txBody>
      </p:sp>
    </p:spTree>
    <p:extLst>
      <p:ext uri="{BB962C8B-B14F-4D97-AF65-F5344CB8AC3E}">
        <p14:creationId xmlns:p14="http://schemas.microsoft.com/office/powerpoint/2010/main" val="414712950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ive Number Chart">
    <p:spTree>
      <p:nvGrpSpPr>
        <p:cNvPr id="1" name=""/>
        <p:cNvGrpSpPr/>
        <p:nvPr/>
      </p:nvGrpSpPr>
      <p:grpSpPr>
        <a:xfrm>
          <a:off x="0" y="0"/>
          <a:ext cx="0" cy="0"/>
          <a:chOff x="0" y="0"/>
          <a:chExt cx="0" cy="0"/>
        </a:xfrm>
      </p:grpSpPr>
      <p:sp>
        <p:nvSpPr>
          <p:cNvPr id="453" name="Body Level One…"/>
          <p:cNvSpPr txBox="1">
            <a:spLocks noGrp="1"/>
          </p:cNvSpPr>
          <p:nvPr>
            <p:ph type="body" sz="quarter" idx="1" hasCustomPrompt="1"/>
          </p:nvPr>
        </p:nvSpPr>
        <p:spPr>
          <a:xfrm>
            <a:off x="1464078" y="5029335"/>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vl2pPr marL="571500" indent="-114300" algn="ctr">
              <a:buFontTx/>
              <a:defRPr sz="1200">
                <a:solidFill>
                  <a:srgbClr val="444747"/>
                </a:solidFill>
                <a:latin typeface="Arial"/>
                <a:ea typeface="Arial"/>
                <a:cs typeface="Arial"/>
                <a:sym typeface="Arial"/>
              </a:defRPr>
            </a:lvl2pPr>
            <a:lvl3pPr marL="1051560" indent="-137160" algn="ctr">
              <a:buFontTx/>
              <a:defRPr sz="1200">
                <a:solidFill>
                  <a:srgbClr val="444747"/>
                </a:solidFill>
                <a:latin typeface="Arial"/>
                <a:ea typeface="Arial"/>
                <a:cs typeface="Arial"/>
                <a:sym typeface="Arial"/>
              </a:defRPr>
            </a:lvl3pPr>
            <a:lvl4pPr marL="1524000" indent="-152400" algn="ctr">
              <a:buFontTx/>
              <a:defRPr sz="1200">
                <a:solidFill>
                  <a:srgbClr val="444747"/>
                </a:solidFill>
                <a:latin typeface="Arial"/>
                <a:ea typeface="Arial"/>
                <a:cs typeface="Arial"/>
                <a:sym typeface="Arial"/>
              </a:defRPr>
            </a:lvl4pPr>
            <a:lvl5pPr marL="1981200" indent="-152400" algn="ctr">
              <a:buFontTx/>
              <a:defRPr sz="1200">
                <a:solidFill>
                  <a:srgbClr val="444747"/>
                </a:solidFill>
                <a:latin typeface="Arial"/>
                <a:ea typeface="Arial"/>
                <a:cs typeface="Arial"/>
                <a:sym typeface="Arial"/>
              </a:defRPr>
            </a:lvl5pPr>
          </a:lstStyle>
          <a:p>
            <a:r>
              <a:t>This is the stat description.</a:t>
            </a:r>
          </a:p>
          <a:p>
            <a:pPr lvl="1"/>
            <a:endParaRPr/>
          </a:p>
          <a:p>
            <a:pPr lvl="2"/>
            <a:endParaRPr/>
          </a:p>
          <a:p>
            <a:pPr lvl="3"/>
            <a:endParaRPr/>
          </a:p>
          <a:p>
            <a:pPr lvl="4"/>
            <a:endParaRPr/>
          </a:p>
        </p:txBody>
      </p:sp>
      <p:sp>
        <p:nvSpPr>
          <p:cNvPr id="454" name="Text Placeholder 7"/>
          <p:cNvSpPr>
            <a:spLocks noGrp="1"/>
          </p:cNvSpPr>
          <p:nvPr>
            <p:ph type="body" sz="quarter" idx="21" hasCustomPrompt="1"/>
          </p:nvPr>
        </p:nvSpPr>
        <p:spPr>
          <a:xfrm>
            <a:off x="1240083" y="4060050"/>
            <a:ext cx="2668262" cy="855483"/>
          </a:xfrm>
          <a:prstGeom prst="rect">
            <a:avLst/>
          </a:prstGeom>
        </p:spPr>
        <p:txBody>
          <a:bodyPr>
            <a:noAutofit/>
          </a:bodyPr>
          <a:lstStyle>
            <a:lvl1pPr marL="0" indent="0" algn="ctr" defTabSz="722376">
              <a:spcBef>
                <a:spcPts val="700"/>
              </a:spcBef>
              <a:buSzTx/>
              <a:buFontTx/>
              <a:buNone/>
              <a:defRPr sz="5372">
                <a:solidFill>
                  <a:srgbClr val="303030"/>
                </a:solidFill>
                <a:latin typeface="Arial"/>
                <a:ea typeface="Arial"/>
                <a:cs typeface="Arial"/>
                <a:sym typeface="Arial"/>
              </a:defRPr>
            </a:lvl1pPr>
          </a:lstStyle>
          <a:p>
            <a:r>
              <a:t>+00%</a:t>
            </a:r>
          </a:p>
        </p:txBody>
      </p:sp>
      <p:sp>
        <p:nvSpPr>
          <p:cNvPr id="455" name="Text Placeholder 7"/>
          <p:cNvSpPr>
            <a:spLocks noGrp="1"/>
          </p:cNvSpPr>
          <p:nvPr>
            <p:ph type="body" sz="quarter" idx="22" hasCustomPrompt="1"/>
          </p:nvPr>
        </p:nvSpPr>
        <p:spPr>
          <a:xfrm>
            <a:off x="4969278" y="4144056"/>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56" name="Text Placeholder 7"/>
          <p:cNvSpPr>
            <a:spLocks noGrp="1"/>
          </p:cNvSpPr>
          <p:nvPr>
            <p:ph type="body" sz="quarter" idx="23" hasCustomPrompt="1"/>
          </p:nvPr>
        </p:nvSpPr>
        <p:spPr>
          <a:xfrm>
            <a:off x="4745283" y="3174771"/>
            <a:ext cx="2668262" cy="855483"/>
          </a:xfrm>
          <a:prstGeom prst="rect">
            <a:avLst/>
          </a:prstGeom>
        </p:spPr>
        <p:txBody>
          <a:bodyPr>
            <a:noAutofit/>
          </a:bodyPr>
          <a:lstStyle>
            <a:lvl1pPr marL="0" indent="0" algn="ctr" defTabSz="722376">
              <a:spcBef>
                <a:spcPts val="700"/>
              </a:spcBef>
              <a:buSzTx/>
              <a:buFontTx/>
              <a:buNone/>
              <a:defRPr sz="5372">
                <a:solidFill>
                  <a:srgbClr val="303030"/>
                </a:solidFill>
                <a:latin typeface="Arial"/>
                <a:ea typeface="Arial"/>
                <a:cs typeface="Arial"/>
                <a:sym typeface="Arial"/>
              </a:defRPr>
            </a:lvl1pPr>
          </a:lstStyle>
          <a:p>
            <a:r>
              <a:t>+00%</a:t>
            </a:r>
          </a:p>
        </p:txBody>
      </p:sp>
      <p:sp>
        <p:nvSpPr>
          <p:cNvPr id="457" name="Text Placeholder 7"/>
          <p:cNvSpPr>
            <a:spLocks noGrp="1"/>
          </p:cNvSpPr>
          <p:nvPr>
            <p:ph type="body" sz="quarter" idx="24" hasCustomPrompt="1"/>
          </p:nvPr>
        </p:nvSpPr>
        <p:spPr>
          <a:xfrm>
            <a:off x="1464078" y="3247103"/>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58" name="Text Placeholder 7"/>
          <p:cNvSpPr>
            <a:spLocks noGrp="1"/>
          </p:cNvSpPr>
          <p:nvPr>
            <p:ph type="body" sz="quarter" idx="25" hasCustomPrompt="1"/>
          </p:nvPr>
        </p:nvSpPr>
        <p:spPr>
          <a:xfrm>
            <a:off x="1240083" y="2277817"/>
            <a:ext cx="2668262" cy="855483"/>
          </a:xfrm>
          <a:prstGeom prst="rect">
            <a:avLst/>
          </a:prstGeom>
        </p:spPr>
        <p:txBody>
          <a:bodyPr>
            <a:noAutofit/>
          </a:bodyPr>
          <a:lstStyle>
            <a:lvl1pPr marL="0" indent="0" algn="ctr" defTabSz="722376">
              <a:spcBef>
                <a:spcPts val="700"/>
              </a:spcBef>
              <a:buSzTx/>
              <a:buFontTx/>
              <a:buNone/>
              <a:defRPr sz="5372">
                <a:solidFill>
                  <a:srgbClr val="303030"/>
                </a:solidFill>
                <a:latin typeface="Arial"/>
                <a:ea typeface="Arial"/>
                <a:cs typeface="Arial"/>
                <a:sym typeface="Arial"/>
              </a:defRPr>
            </a:lvl1pPr>
          </a:lstStyle>
          <a:p>
            <a:r>
              <a:t>+00%</a:t>
            </a:r>
          </a:p>
        </p:txBody>
      </p:sp>
      <p:sp>
        <p:nvSpPr>
          <p:cNvPr id="459" name="Text Placeholder 7"/>
          <p:cNvSpPr>
            <a:spLocks noGrp="1"/>
          </p:cNvSpPr>
          <p:nvPr>
            <p:ph type="body" sz="quarter" idx="26" hasCustomPrompt="1"/>
          </p:nvPr>
        </p:nvSpPr>
        <p:spPr>
          <a:xfrm>
            <a:off x="8474477" y="4972280"/>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60" name="Text Placeholder 7"/>
          <p:cNvSpPr>
            <a:spLocks noGrp="1"/>
          </p:cNvSpPr>
          <p:nvPr>
            <p:ph type="body" sz="quarter" idx="27" hasCustomPrompt="1"/>
          </p:nvPr>
        </p:nvSpPr>
        <p:spPr>
          <a:xfrm>
            <a:off x="8250484" y="4002995"/>
            <a:ext cx="2668262" cy="855483"/>
          </a:xfrm>
          <a:prstGeom prst="rect">
            <a:avLst/>
          </a:prstGeom>
        </p:spPr>
        <p:txBody>
          <a:bodyPr>
            <a:noAutofit/>
          </a:bodyPr>
          <a:lstStyle>
            <a:lvl1pPr marL="0" indent="0" algn="ctr" defTabSz="722376">
              <a:spcBef>
                <a:spcPts val="700"/>
              </a:spcBef>
              <a:buSzTx/>
              <a:buFontTx/>
              <a:buNone/>
              <a:defRPr sz="5372">
                <a:solidFill>
                  <a:srgbClr val="303030"/>
                </a:solidFill>
                <a:latin typeface="Arial"/>
                <a:ea typeface="Arial"/>
                <a:cs typeface="Arial"/>
                <a:sym typeface="Arial"/>
              </a:defRPr>
            </a:lvl1pPr>
          </a:lstStyle>
          <a:p>
            <a:r>
              <a:t>+00%</a:t>
            </a:r>
          </a:p>
        </p:txBody>
      </p:sp>
      <p:sp>
        <p:nvSpPr>
          <p:cNvPr id="461" name="Text Placeholder 7"/>
          <p:cNvSpPr>
            <a:spLocks noGrp="1"/>
          </p:cNvSpPr>
          <p:nvPr>
            <p:ph type="body" sz="quarter" idx="28" hasCustomPrompt="1"/>
          </p:nvPr>
        </p:nvSpPr>
        <p:spPr>
          <a:xfrm>
            <a:off x="8474477" y="3247103"/>
            <a:ext cx="2220273" cy="406957"/>
          </a:xfrm>
          <a:prstGeom prst="rect">
            <a:avLst/>
          </a:prstGeom>
        </p:spPr>
        <p:txBody>
          <a:bodyPr>
            <a:noAutofit/>
          </a:bodyPr>
          <a:lstStyle>
            <a:lvl1pPr marL="0" indent="0" algn="ctr">
              <a:buSzTx/>
              <a:buFontTx/>
              <a:buNone/>
              <a:defRPr sz="1200">
                <a:solidFill>
                  <a:srgbClr val="444747"/>
                </a:solidFill>
                <a:latin typeface="Arial"/>
                <a:ea typeface="Arial"/>
                <a:cs typeface="Arial"/>
                <a:sym typeface="Arial"/>
              </a:defRPr>
            </a:lvl1pPr>
          </a:lstStyle>
          <a:p>
            <a:r>
              <a:t>This is the stat description.</a:t>
            </a:r>
          </a:p>
        </p:txBody>
      </p:sp>
      <p:sp>
        <p:nvSpPr>
          <p:cNvPr id="462" name="Text Placeholder 7"/>
          <p:cNvSpPr>
            <a:spLocks noGrp="1"/>
          </p:cNvSpPr>
          <p:nvPr>
            <p:ph type="body" sz="quarter" idx="29" hasCustomPrompt="1"/>
          </p:nvPr>
        </p:nvSpPr>
        <p:spPr>
          <a:xfrm>
            <a:off x="8250484" y="2277817"/>
            <a:ext cx="2668262" cy="855483"/>
          </a:xfrm>
          <a:prstGeom prst="rect">
            <a:avLst/>
          </a:prstGeom>
        </p:spPr>
        <p:txBody>
          <a:bodyPr>
            <a:noAutofit/>
          </a:bodyPr>
          <a:lstStyle>
            <a:lvl1pPr marL="0" indent="0" algn="ctr" defTabSz="722376">
              <a:spcBef>
                <a:spcPts val="700"/>
              </a:spcBef>
              <a:buSzTx/>
              <a:buFontTx/>
              <a:buNone/>
              <a:defRPr sz="5372">
                <a:solidFill>
                  <a:srgbClr val="303030"/>
                </a:solidFill>
                <a:latin typeface="Arial"/>
                <a:ea typeface="Arial"/>
                <a:cs typeface="Arial"/>
                <a:sym typeface="Arial"/>
              </a:defRPr>
            </a:lvl1pPr>
          </a:lstStyle>
          <a:p>
            <a:r>
              <a:t>+00%</a:t>
            </a:r>
          </a:p>
        </p:txBody>
      </p:sp>
      <p:sp>
        <p:nvSpPr>
          <p:cNvPr id="463" name="Rectangle 2"/>
          <p:cNvSpPr/>
          <p:nvPr/>
        </p:nvSpPr>
        <p:spPr>
          <a:xfrm>
            <a:off x="4429519" y="2947342"/>
            <a:ext cx="3299791" cy="1789042"/>
          </a:xfrm>
          <a:prstGeom prst="rect">
            <a:avLst/>
          </a:prstGeom>
          <a:ln w="12700">
            <a:solidFill>
              <a:srgbClr val="00A300"/>
            </a:solidFill>
            <a:miter/>
          </a:ln>
        </p:spPr>
        <p:txBody>
          <a:bodyPr lIns="45719" rIns="45719" anchor="ctr">
            <a:noAutofit/>
          </a:bodyPr>
          <a:lstStyle/>
          <a:p>
            <a:pPr algn="ctr">
              <a:defRPr>
                <a:solidFill>
                  <a:srgbClr val="FFFFFF"/>
                </a:solidFill>
              </a:defRPr>
            </a:pPr>
            <a:endParaRPr/>
          </a:p>
        </p:txBody>
      </p:sp>
      <p:grpSp>
        <p:nvGrpSpPr>
          <p:cNvPr id="43" name="Group 42">
            <a:extLst>
              <a:ext uri="{FF2B5EF4-FFF2-40B4-BE49-F238E27FC236}">
                <a16:creationId xmlns:a16="http://schemas.microsoft.com/office/drawing/2014/main" id="{6CB6BD1E-7F99-41D4-B8A9-0F5631B75484}"/>
              </a:ext>
            </a:extLst>
          </p:cNvPr>
          <p:cNvGrpSpPr/>
          <p:nvPr/>
        </p:nvGrpSpPr>
        <p:grpSpPr>
          <a:xfrm>
            <a:off x="10284756" y="5587138"/>
            <a:ext cx="1907244" cy="1270862"/>
            <a:chOff x="10284756" y="5587138"/>
            <a:chExt cx="1907244" cy="1270862"/>
          </a:xfrm>
        </p:grpSpPr>
        <p:grpSp>
          <p:nvGrpSpPr>
            <p:cNvPr id="44" name="Group 43">
              <a:extLst>
                <a:ext uri="{FF2B5EF4-FFF2-40B4-BE49-F238E27FC236}">
                  <a16:creationId xmlns:a16="http://schemas.microsoft.com/office/drawing/2014/main" id="{7C06691A-06DA-4F55-9E4E-1E5BCE8A1121}"/>
                </a:ext>
              </a:extLst>
            </p:cNvPr>
            <p:cNvGrpSpPr/>
            <p:nvPr userDrawn="1"/>
          </p:nvGrpSpPr>
          <p:grpSpPr>
            <a:xfrm flipH="1" flipV="1">
              <a:off x="10284756" y="5587138"/>
              <a:ext cx="1907244" cy="1270862"/>
              <a:chOff x="-20321" y="-7868"/>
              <a:chExt cx="1907244" cy="1270862"/>
            </a:xfrm>
          </p:grpSpPr>
          <p:sp>
            <p:nvSpPr>
              <p:cNvPr id="46" name="Rectangle 8">
                <a:extLst>
                  <a:ext uri="{FF2B5EF4-FFF2-40B4-BE49-F238E27FC236}">
                    <a16:creationId xmlns:a16="http://schemas.microsoft.com/office/drawing/2014/main" id="{2AF6A973-454C-4BBF-8ED5-F09A08308A8C}"/>
                  </a:ext>
                </a:extLst>
              </p:cNvPr>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47" name="Rectangle 10">
                <a:extLst>
                  <a:ext uri="{FF2B5EF4-FFF2-40B4-BE49-F238E27FC236}">
                    <a16:creationId xmlns:a16="http://schemas.microsoft.com/office/drawing/2014/main" id="{A549EF09-E40A-423D-95BB-4E70A18B30B4}"/>
                  </a:ext>
                </a:extLst>
              </p:cNvPr>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45" name="Picture 6" descr="Picture 6">
              <a:extLst>
                <a:ext uri="{FF2B5EF4-FFF2-40B4-BE49-F238E27FC236}">
                  <a16:creationId xmlns:a16="http://schemas.microsoft.com/office/drawing/2014/main" id="{AD958E48-6752-4723-B2FF-7213F89F2D8A}"/>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cxnSp>
        <p:nvCxnSpPr>
          <p:cNvPr id="31" name="Straight Connector 30">
            <a:extLst>
              <a:ext uri="{FF2B5EF4-FFF2-40B4-BE49-F238E27FC236}">
                <a16:creationId xmlns:a16="http://schemas.microsoft.com/office/drawing/2014/main" id="{26F25406-6B1B-43F2-99AF-FA7AB83EA00D}"/>
              </a:ext>
            </a:extLst>
          </p:cNvPr>
          <p:cNvCxnSpPr/>
          <p:nvPr/>
        </p:nvCxnSpPr>
        <p:spPr>
          <a:xfrm>
            <a:off x="812644" y="3835097"/>
            <a:ext cx="3611880" cy="0"/>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33" name="Straight Connector 32">
            <a:extLst>
              <a:ext uri="{FF2B5EF4-FFF2-40B4-BE49-F238E27FC236}">
                <a16:creationId xmlns:a16="http://schemas.microsoft.com/office/drawing/2014/main" id="{1D5038C6-CE0D-49DC-9BA0-B54967EAC739}"/>
              </a:ext>
            </a:extLst>
          </p:cNvPr>
          <p:cNvCxnSpPr/>
          <p:nvPr/>
        </p:nvCxnSpPr>
        <p:spPr>
          <a:xfrm>
            <a:off x="7717646" y="3835097"/>
            <a:ext cx="3611880" cy="0"/>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35" name="Straight Connector 34">
            <a:extLst>
              <a:ext uri="{FF2B5EF4-FFF2-40B4-BE49-F238E27FC236}">
                <a16:creationId xmlns:a16="http://schemas.microsoft.com/office/drawing/2014/main" id="{F118B611-5423-4502-ABBE-DA638BBB5FA6}"/>
              </a:ext>
            </a:extLst>
          </p:cNvPr>
          <p:cNvCxnSpPr>
            <a:cxnSpLocks/>
          </p:cNvCxnSpPr>
          <p:nvPr/>
        </p:nvCxnSpPr>
        <p:spPr>
          <a:xfrm rot="5400000">
            <a:off x="5759591" y="2622663"/>
            <a:ext cx="640080" cy="0"/>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36" name="Straight Connector 35">
            <a:extLst>
              <a:ext uri="{FF2B5EF4-FFF2-40B4-BE49-F238E27FC236}">
                <a16:creationId xmlns:a16="http://schemas.microsoft.com/office/drawing/2014/main" id="{00F6EDFC-3F8F-45C0-AE5D-3FB1B86A35A9}"/>
              </a:ext>
            </a:extLst>
          </p:cNvPr>
          <p:cNvCxnSpPr>
            <a:cxnSpLocks/>
          </p:cNvCxnSpPr>
          <p:nvPr/>
        </p:nvCxnSpPr>
        <p:spPr>
          <a:xfrm rot="5400000">
            <a:off x="5759591" y="5058215"/>
            <a:ext cx="640080" cy="0"/>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2" name="Title 1">
            <a:extLst>
              <a:ext uri="{FF2B5EF4-FFF2-40B4-BE49-F238E27FC236}">
                <a16:creationId xmlns:a16="http://schemas.microsoft.com/office/drawing/2014/main" id="{8DD435D9-1082-4298-B184-3B007CBDA0B4}"/>
              </a:ext>
            </a:extLst>
          </p:cNvPr>
          <p:cNvSpPr>
            <a:spLocks noGrp="1"/>
          </p:cNvSpPr>
          <p:nvPr>
            <p:ph type="title" hasCustomPrompt="1"/>
          </p:nvPr>
        </p:nvSpPr>
        <p:spPr/>
        <p:txBody>
          <a:bodyPr/>
          <a:lstStyle>
            <a:lvl1pPr>
              <a:defRPr/>
            </a:lvl1pPr>
          </a:lstStyle>
          <a:p>
            <a:r>
              <a:rPr lang="en-US"/>
              <a:t>Five Number Chart</a:t>
            </a:r>
          </a:p>
        </p:txBody>
      </p:sp>
      <p:sp>
        <p:nvSpPr>
          <p:cNvPr id="28" name="Slide Number">
            <a:extLst>
              <a:ext uri="{FF2B5EF4-FFF2-40B4-BE49-F238E27FC236}">
                <a16:creationId xmlns:a16="http://schemas.microsoft.com/office/drawing/2014/main" id="{75A6652E-3DFA-4DCD-9305-5E9B4FCECAFF}"/>
              </a:ext>
            </a:extLst>
          </p:cNvP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29" name="TextBox 7">
            <a:extLst>
              <a:ext uri="{FF2B5EF4-FFF2-40B4-BE49-F238E27FC236}">
                <a16:creationId xmlns:a16="http://schemas.microsoft.com/office/drawing/2014/main" id="{55671B9E-91BD-48AB-861D-303F477F6056}"/>
              </a:ext>
            </a:extLst>
          </p:cNvPr>
          <p:cNvSpPr txBox="1"/>
          <p:nvPr userDrawn="1"/>
        </p:nvSpPr>
        <p:spPr>
          <a:xfrm>
            <a:off x="561070" y="6476267"/>
            <a:ext cx="8637063"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Tree>
    <p:extLst>
      <p:ext uri="{BB962C8B-B14F-4D97-AF65-F5344CB8AC3E}">
        <p14:creationId xmlns:p14="http://schemas.microsoft.com/office/powerpoint/2010/main" val="1280439381"/>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Blank - No Title">
    <p:spTree>
      <p:nvGrpSpPr>
        <p:cNvPr id="1" name=""/>
        <p:cNvGrpSpPr/>
        <p:nvPr/>
      </p:nvGrpSpPr>
      <p:grpSpPr>
        <a:xfrm>
          <a:off x="0" y="0"/>
          <a:ext cx="0" cy="0"/>
          <a:chOff x="0" y="0"/>
          <a:chExt cx="0" cy="0"/>
        </a:xfrm>
      </p:grpSpPr>
      <p:sp>
        <p:nvSpPr>
          <p:cNvPr id="4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02155230"/>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x" preserve="1">
  <p:cSld name="Questions">
    <p:bg>
      <p:bgPr>
        <a:solidFill>
          <a:srgbClr val="808080"/>
        </a:solidFill>
        <a:effectLst/>
      </p:bgPr>
    </p:bg>
    <p:spTree>
      <p:nvGrpSpPr>
        <p:cNvPr id="1" name=""/>
        <p:cNvGrpSpPr/>
        <p:nvPr/>
      </p:nvGrpSpPr>
      <p:grpSpPr>
        <a:xfrm>
          <a:off x="0" y="0"/>
          <a:ext cx="0" cy="0"/>
          <a:chOff x="0" y="0"/>
          <a:chExt cx="0" cy="0"/>
        </a:xfrm>
      </p:grpSpPr>
      <p:pic>
        <p:nvPicPr>
          <p:cNvPr id="6" name="Picture 5" descr="A picture containing background pattern&#10;&#10;Description automatically generated">
            <a:extLst>
              <a:ext uri="{FF2B5EF4-FFF2-40B4-BE49-F238E27FC236}">
                <a16:creationId xmlns:a16="http://schemas.microsoft.com/office/drawing/2014/main" id="{E798D535-0AEB-C944-98E7-01728A78616F}"/>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noFill/>
        </p:spPr>
      </p:pic>
      <p:pic>
        <p:nvPicPr>
          <p:cNvPr id="488" name="Picture 4" descr="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ln w="12700">
            <a:miter lim="400000"/>
          </a:ln>
        </p:spPr>
      </p:pic>
      <p:sp>
        <p:nvSpPr>
          <p:cNvPr id="489" name="Questions?"/>
          <p:cNvSpPr txBox="1">
            <a:spLocks noGrp="1"/>
          </p:cNvSpPr>
          <p:nvPr>
            <p:ph type="title" hasCustomPrompt="1"/>
          </p:nvPr>
        </p:nvSpPr>
        <p:spPr>
          <a:xfrm>
            <a:off x="838200" y="4847494"/>
            <a:ext cx="9833517" cy="1099122"/>
          </a:xfrm>
          <a:prstGeom prst="rect">
            <a:avLst/>
          </a:prstGeom>
        </p:spPr>
        <p:txBody>
          <a:bodyPr anchor="b">
            <a:normAutofit/>
          </a:bodyPr>
          <a:lstStyle>
            <a:lvl1pPr>
              <a:defRPr sz="6500">
                <a:solidFill>
                  <a:srgbClr val="EAEAEA"/>
                </a:solidFill>
                <a:latin typeface="Arial"/>
                <a:ea typeface="Arial"/>
                <a:cs typeface="Arial"/>
                <a:sym typeface="Arial"/>
              </a:defRPr>
            </a:lvl1pPr>
          </a:lstStyle>
          <a:p>
            <a:r>
              <a:rPr lang="en-US"/>
              <a:t>Text Goes Here</a:t>
            </a:r>
            <a:endParaRPr/>
          </a:p>
        </p:txBody>
      </p:sp>
      <p:sp>
        <p:nvSpPr>
          <p:cNvPr id="490" name="Rectangle 17"/>
          <p:cNvSpPr/>
          <p:nvPr/>
        </p:nvSpPr>
        <p:spPr>
          <a:xfrm>
            <a:off x="-20321" y="-7868"/>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pic>
        <p:nvPicPr>
          <p:cNvPr id="491" name="Picture 18" descr="Picture 18"/>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8665" y="154743"/>
            <a:ext cx="397460" cy="310212"/>
          </a:xfrm>
          <a:prstGeom prst="rect">
            <a:avLst/>
          </a:prstGeom>
          <a:ln w="12700">
            <a:miter lim="400000"/>
          </a:ln>
        </p:spPr>
      </p:pic>
    </p:spTree>
    <p:extLst>
      <p:ext uri="{BB962C8B-B14F-4D97-AF65-F5344CB8AC3E}">
        <p14:creationId xmlns:p14="http://schemas.microsoft.com/office/powerpoint/2010/main" val="4087195539"/>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00A300"/>
        </a:solidFill>
        <a:effectLst/>
      </p:bgPr>
    </p:bg>
    <p:spTree>
      <p:nvGrpSpPr>
        <p:cNvPr id="1" name=""/>
        <p:cNvGrpSpPr/>
        <p:nvPr/>
      </p:nvGrpSpPr>
      <p:grpSpPr>
        <a:xfrm>
          <a:off x="0" y="0"/>
          <a:ext cx="0" cy="0"/>
          <a:chOff x="0" y="0"/>
          <a:chExt cx="0" cy="0"/>
        </a:xfrm>
      </p:grpSpPr>
      <p:pic>
        <p:nvPicPr>
          <p:cNvPr id="6" name="Picture 5" descr="A picture containing background pattern&#10;&#10;Description automatically generated">
            <a:extLst>
              <a:ext uri="{FF2B5EF4-FFF2-40B4-BE49-F238E27FC236}">
                <a16:creationId xmlns:a16="http://schemas.microsoft.com/office/drawing/2014/main" id="{496E58B9-A5F3-FE42-AB28-7532E4446412}"/>
              </a:ext>
            </a:extLst>
          </p:cNvPr>
          <p:cNvPicPr>
            <a:picLocks noChangeAspect="1"/>
          </p:cNvPicPr>
          <p:nvPr userDrawn="1"/>
        </p:nvPicPr>
        <p:blipFill rotWithShape="1">
          <a:blip r:embed="rId2">
            <a:alphaModFix amt="50000"/>
          </a:blip>
          <a:srcRect t="7770" b="7770"/>
          <a:stretch/>
        </p:blipFill>
        <p:spPr>
          <a:xfrm>
            <a:off x="0" y="0"/>
            <a:ext cx="12191999" cy="6858000"/>
          </a:xfrm>
          <a:prstGeom prst="rect">
            <a:avLst/>
          </a:prstGeom>
          <a:solidFill>
            <a:schemeClr val="accent1"/>
          </a:solidFill>
        </p:spPr>
      </p:pic>
      <p:pic>
        <p:nvPicPr>
          <p:cNvPr id="502" name="Picture 18" descr="Picture 18"/>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8200" y="309847"/>
            <a:ext cx="1455550" cy="258765"/>
          </a:xfrm>
          <a:prstGeom prst="rect">
            <a:avLst/>
          </a:prstGeom>
          <a:ln w="12700">
            <a:miter lim="400000"/>
          </a:ln>
        </p:spPr>
      </p:pic>
      <p:sp>
        <p:nvSpPr>
          <p:cNvPr id="5" name="Questions?">
            <a:extLst>
              <a:ext uri="{FF2B5EF4-FFF2-40B4-BE49-F238E27FC236}">
                <a16:creationId xmlns:a16="http://schemas.microsoft.com/office/drawing/2014/main" id="{31075453-62C4-46BB-B568-9ECF39362C25}"/>
              </a:ext>
            </a:extLst>
          </p:cNvPr>
          <p:cNvSpPr txBox="1">
            <a:spLocks noGrp="1"/>
          </p:cNvSpPr>
          <p:nvPr>
            <p:ph type="title" hasCustomPrompt="1"/>
          </p:nvPr>
        </p:nvSpPr>
        <p:spPr>
          <a:xfrm>
            <a:off x="838200" y="4847494"/>
            <a:ext cx="9833517" cy="1099122"/>
          </a:xfrm>
          <a:prstGeom prst="rect">
            <a:avLst/>
          </a:prstGeom>
        </p:spPr>
        <p:txBody>
          <a:bodyPr anchor="b">
            <a:normAutofit/>
          </a:bodyPr>
          <a:lstStyle>
            <a:lvl1pPr>
              <a:defRPr sz="6500">
                <a:solidFill>
                  <a:srgbClr val="EAEAEA"/>
                </a:solidFill>
                <a:latin typeface="Arial"/>
                <a:ea typeface="Arial"/>
                <a:cs typeface="Arial"/>
                <a:sym typeface="Arial"/>
              </a:defRPr>
            </a:lvl1pPr>
          </a:lstStyle>
          <a:p>
            <a:r>
              <a:rPr lang="en-US"/>
              <a:t>Text Goes Here</a:t>
            </a:r>
            <a:endParaRPr/>
          </a:p>
        </p:txBody>
      </p:sp>
      <p:pic>
        <p:nvPicPr>
          <p:cNvPr id="7" name="Picture 9" descr="Picture 9">
            <a:extLst>
              <a:ext uri="{FF2B5EF4-FFF2-40B4-BE49-F238E27FC236}">
                <a16:creationId xmlns:a16="http://schemas.microsoft.com/office/drawing/2014/main" id="{6BFF88E2-F183-6742-95BF-058340169D5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ln w="12700">
            <a:miter lim="400000"/>
          </a:ln>
        </p:spPr>
      </p:pic>
    </p:spTree>
    <p:extLst>
      <p:ext uri="{BB962C8B-B14F-4D97-AF65-F5344CB8AC3E}">
        <p14:creationId xmlns:p14="http://schemas.microsoft.com/office/powerpoint/2010/main" val="272831024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9.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image" Target="../media/image10.png"/><Relationship Id="rId21" Type="http://schemas.openxmlformats.org/officeDocument/2006/relationships/slideLayout" Target="../slideLayouts/slideLayout37.xml"/><Relationship Id="rId34" Type="http://schemas.openxmlformats.org/officeDocument/2006/relationships/slideLayout" Target="../slideLayouts/slideLayout50.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theme" Target="../theme/theme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8" Type="http://schemas.openxmlformats.org/officeDocument/2006/relationships/slideLayout" Target="../slideLayouts/slideLayout24.xml"/><Relationship Id="rId3"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5187" y="6394"/>
            <a:ext cx="11208774" cy="1066800"/>
          </a:xfrm>
          <a:prstGeom prst="rect">
            <a:avLst/>
          </a:prstGeom>
          <a:noFill/>
          <a:ln w="9525" algn="ctr">
            <a:noFill/>
            <a:miter lim="800000"/>
            <a:headEnd/>
            <a:tailEnd/>
          </a:ln>
          <a:effectLst/>
        </p:spPr>
        <p:txBody>
          <a:bodyPr vert="horz" wrap="square" lIns="27432" tIns="27432" rIns="27432" bIns="27432" numCol="1" anchor="b" anchorCtr="0" compatLnSpc="1">
            <a:prstTxWarp prst="textNoShape">
              <a:avLst/>
            </a:prstTxWarp>
          </a:bodyPr>
          <a:lstStyle/>
          <a:p>
            <a:pPr lvl="0" fontAlgn="base">
              <a:lnSpc>
                <a:spcPct val="87000"/>
              </a:lnSpc>
              <a:spcAft>
                <a:spcPct val="0"/>
              </a:spcAft>
            </a:pPr>
            <a:r>
              <a:rPr lang="en-US"/>
              <a:t>Click to edit Master title style</a:t>
            </a:r>
            <a:endParaRPr lang="en-US" dirty="0"/>
          </a:p>
        </p:txBody>
      </p:sp>
      <p:sp>
        <p:nvSpPr>
          <p:cNvPr id="7" name="Slide Number Placeholder 6"/>
          <p:cNvSpPr>
            <a:spLocks noGrp="1" noChangeArrowheads="1"/>
          </p:cNvSpPr>
          <p:nvPr>
            <p:ph type="sldNum" sz="quarter" idx="4"/>
          </p:nvPr>
        </p:nvSpPr>
        <p:spPr bwMode="auto">
          <a:xfrm>
            <a:off x="558089" y="6585198"/>
            <a:ext cx="508000" cy="141577"/>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spAutoFit/>
          </a:bodyPr>
          <a:lstStyle>
            <a:lvl1pPr algn="l" rtl="0" fontAlgn="base">
              <a:spcBef>
                <a:spcPct val="0"/>
              </a:spcBef>
              <a:spcAft>
                <a:spcPct val="0"/>
              </a:spcAft>
              <a:defRPr kumimoji="0" lang="en-US" sz="800" b="0" i="0" u="none" strike="noStrike" kern="1200" cap="none" spc="0" normalizeH="0" baseline="0" noProof="0" smtClean="0">
                <a:ln>
                  <a:noFill/>
                </a:ln>
                <a:solidFill>
                  <a:schemeClr val="accent2"/>
                </a:solidFill>
                <a:effectLst/>
                <a:uLnTx/>
                <a:uFillTx/>
                <a:latin typeface="Calibri" panose="020F0502020204030204" pitchFamily="34" charset="0"/>
                <a:ea typeface="+mn-ea"/>
                <a:cs typeface="+mn-cs"/>
              </a:defRPr>
            </a:lvl1pPr>
          </a:lstStyle>
          <a:p>
            <a:fld id="{CAD4E159-DA56-4174-ADE5-0B793815410F}" type="slidenum">
              <a:rPr lang="en-US" smtClean="0"/>
              <a:pPr/>
              <a:t>‹#›</a:t>
            </a:fld>
            <a:endParaRPr lang="en-US" dirty="0"/>
          </a:p>
        </p:txBody>
      </p:sp>
      <p:sp>
        <p:nvSpPr>
          <p:cNvPr id="8" name="Footer Placeholder 18"/>
          <p:cNvSpPr>
            <a:spLocks noGrp="1"/>
          </p:cNvSpPr>
          <p:nvPr>
            <p:ph type="ftr" sz="quarter" idx="3"/>
          </p:nvPr>
        </p:nvSpPr>
        <p:spPr>
          <a:xfrm>
            <a:off x="848754" y="6551305"/>
            <a:ext cx="7972037" cy="226949"/>
          </a:xfrm>
          <a:prstGeom prst="rect">
            <a:avLst/>
          </a:prstGeom>
        </p:spPr>
        <p:txBody>
          <a:bodyPr vert="horz" lIns="0" tIns="45720" rIns="91440" bIns="45720" rtlCol="0" anchor="ctr"/>
          <a:lstStyle>
            <a:lvl1pPr algn="l">
              <a:defRPr kumimoji="0" lang="en-US" sz="700" b="0" i="0" u="none" strike="noStrike" kern="1200" cap="none" spc="0" normalizeH="0" baseline="0" noProof="0" dirty="0" err="1" smtClean="0">
                <a:ln>
                  <a:noFill/>
                </a:ln>
                <a:solidFill>
                  <a:schemeClr val="bg2">
                    <a:lumMod val="90000"/>
                  </a:schemeClr>
                </a:solidFill>
                <a:effectLst/>
                <a:uLnTx/>
                <a:uFillTx/>
                <a:latin typeface="Calibri" panose="020F0502020204030204" pitchFamily="34" charset="0"/>
                <a:ea typeface="+mn-ea"/>
                <a:cs typeface="+mn-cs"/>
              </a:defRPr>
            </a:lvl1pPr>
          </a:lstStyle>
          <a:p>
            <a:r>
              <a:rPr lang="en-US"/>
              <a:t>Copyright © 2020 Exabeam, Inc. All Rights Reserved. CONFIDENTIAL.</a:t>
            </a:r>
          </a:p>
        </p:txBody>
      </p:sp>
      <p:sp>
        <p:nvSpPr>
          <p:cNvPr id="9" name="Date Placeholder 7"/>
          <p:cNvSpPr>
            <a:spLocks noGrp="1"/>
          </p:cNvSpPr>
          <p:nvPr>
            <p:ph type="dt" sz="half" idx="2"/>
          </p:nvPr>
        </p:nvSpPr>
        <p:spPr>
          <a:xfrm>
            <a:off x="8878324" y="6569519"/>
            <a:ext cx="1389082" cy="190521"/>
          </a:xfrm>
          <a:prstGeom prst="rect">
            <a:avLst/>
          </a:prstGeom>
        </p:spPr>
        <p:txBody>
          <a:bodyPr vert="horz" lIns="91440" tIns="45720" rIns="91440" bIns="45720" rtlCol="0" anchor="ctr"/>
          <a:lstStyle>
            <a:lvl1pPr algn="r">
              <a:defRPr sz="700">
                <a:solidFill>
                  <a:schemeClr val="bg2">
                    <a:lumMod val="90000"/>
                  </a:schemeClr>
                </a:solidFill>
                <a:latin typeface="Calibri" panose="020F0502020204030204" pitchFamily="34" charset="0"/>
              </a:defRPr>
            </a:lvl1pPr>
          </a:lstStyle>
          <a:p>
            <a:fld id="{31962516-33CC-4B6B-8117-BEFA9C60DBF9}" type="datetime4">
              <a:rPr lang="en-US" smtClean="0"/>
              <a:t>December 7, 2021</a:t>
            </a:fld>
            <a:endParaRPr lang="en-US" dirty="0"/>
          </a:p>
        </p:txBody>
      </p:sp>
      <p:sp>
        <p:nvSpPr>
          <p:cNvPr id="4" name="Text Placeholder 3"/>
          <p:cNvSpPr>
            <a:spLocks noGrp="1"/>
          </p:cNvSpPr>
          <p:nvPr>
            <p:ph type="body" idx="1"/>
          </p:nvPr>
        </p:nvSpPr>
        <p:spPr>
          <a:xfrm>
            <a:off x="884903" y="1391870"/>
            <a:ext cx="10779273" cy="4879975"/>
          </a:xfrm>
          <a:prstGeom prst="rect">
            <a:avLst/>
          </a:prstGeom>
        </p:spPr>
        <p:txBody>
          <a:bodyPr vert="horz" lIns="27432" tIns="27432" rIns="27432" bIns="274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3" name="Picture 22"/>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10512399" y="6428047"/>
            <a:ext cx="1454795" cy="334573"/>
          </a:xfrm>
          <a:prstGeom prst="rect">
            <a:avLst/>
          </a:prstGeom>
        </p:spPr>
      </p:pic>
      <p:grpSp>
        <p:nvGrpSpPr>
          <p:cNvPr id="12" name="Group 11"/>
          <p:cNvGrpSpPr/>
          <p:nvPr userDrawn="1"/>
        </p:nvGrpSpPr>
        <p:grpSpPr>
          <a:xfrm>
            <a:off x="-6483" y="1074915"/>
            <a:ext cx="12198096" cy="216408"/>
            <a:chOff x="-6483" y="1074915"/>
            <a:chExt cx="12198096" cy="216408"/>
          </a:xfrm>
        </p:grpSpPr>
        <p:cxnSp>
          <p:nvCxnSpPr>
            <p:cNvPr id="6" name="Straight Connector 5"/>
            <p:cNvCxnSpPr/>
            <p:nvPr userDrawn="1"/>
          </p:nvCxnSpPr>
          <p:spPr>
            <a:xfrm>
              <a:off x="-6483" y="1183341"/>
              <a:ext cx="12198096" cy="0"/>
            </a:xfrm>
            <a:prstGeom prst="line">
              <a:avLst/>
            </a:prstGeom>
            <a:ln w="31750">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594360" y="1074915"/>
              <a:ext cx="246889" cy="216408"/>
            </a:xfrm>
            <a:prstGeom prst="rect">
              <a:avLst/>
            </a:prstGeom>
          </p:spPr>
        </p:pic>
      </p:grpSp>
    </p:spTree>
    <p:extLst>
      <p:ext uri="{BB962C8B-B14F-4D97-AF65-F5344CB8AC3E}">
        <p14:creationId xmlns:p14="http://schemas.microsoft.com/office/powerpoint/2010/main" val="347645130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9" r:id="rId4"/>
    <p:sldLayoutId id="2147483664" r:id="rId5"/>
    <p:sldLayoutId id="2147483665" r:id="rId6"/>
    <p:sldLayoutId id="2147483666" r:id="rId7"/>
    <p:sldLayoutId id="2147483667" r:id="rId8"/>
    <p:sldLayoutId id="2147483668" r:id="rId9"/>
    <p:sldLayoutId id="2147483670" r:id="rId10"/>
    <p:sldLayoutId id="2147483671" r:id="rId11"/>
  </p:sldLayoutIdLst>
  <p:hf hdr="0" dt="0"/>
  <p:txStyles>
    <p:titleStyle>
      <a:lvl1pPr algn="l" defTabSz="914400" rtl="0" eaLnBrk="1" latinLnBrk="0" hangingPunct="1">
        <a:lnSpc>
          <a:spcPct val="90000"/>
        </a:lnSpc>
        <a:spcBef>
          <a:spcPct val="0"/>
        </a:spcBef>
        <a:buNone/>
        <a:defRPr lang="en-US" sz="3200" b="0" kern="1200" cap="none" baseline="0" smtClean="0">
          <a:solidFill>
            <a:schemeClr val="tx1"/>
          </a:solidFill>
          <a:effectLst/>
          <a:latin typeface="Calibri" panose="020F0502020204030204" pitchFamily="34" charset="0"/>
          <a:ea typeface="+mj-ea"/>
          <a:cs typeface="Calibri" panose="020F0502020204030204" pitchFamily="34" charset="0"/>
        </a:defRPr>
      </a:lvl1pPr>
    </p:titleStyle>
    <p:bodyStyle>
      <a:lvl1pPr marL="228600" indent="-206375" algn="l" defTabSz="914400" rtl="0" eaLnBrk="1" latinLnBrk="0" hangingPunct="1">
        <a:lnSpc>
          <a:spcPct val="95000"/>
        </a:lnSpc>
        <a:spcBef>
          <a:spcPts val="1300"/>
        </a:spcBef>
        <a:spcAft>
          <a:spcPts val="300"/>
        </a:spcAft>
        <a:buClr>
          <a:schemeClr val="tx2"/>
        </a:buClr>
        <a:buFont typeface="Arial" panose="020B0604020202020204" pitchFamily="34" charset="0"/>
        <a:buChar char="•"/>
        <a:tabLst/>
        <a:defRPr lang="en-US" sz="2400" kern="1200" dirty="0" smtClean="0">
          <a:solidFill>
            <a:schemeClr val="tx1"/>
          </a:solidFill>
          <a:latin typeface="Calibri" panose="020F0502020204030204" pitchFamily="34" charset="0"/>
          <a:ea typeface="+mn-ea"/>
          <a:cs typeface="Calibri" panose="020F0502020204030204" pitchFamily="34" charset="0"/>
        </a:defRPr>
      </a:lvl1pPr>
      <a:lvl2pPr marL="530352" indent="-237744" algn="l" defTabSz="914400" rtl="0" eaLnBrk="1" latinLnBrk="0" hangingPunct="1">
        <a:lnSpc>
          <a:spcPct val="95000"/>
        </a:lnSpc>
        <a:spcBef>
          <a:spcPts val="700"/>
        </a:spcBef>
        <a:spcAft>
          <a:spcPts val="200"/>
        </a:spcAft>
        <a:buClr>
          <a:schemeClr val="tx2"/>
        </a:buClr>
        <a:buSzPct val="90000"/>
        <a:buFont typeface="Calibri" panose="020F0502020204030204" pitchFamily="34" charset="0"/>
        <a:buChar char="–"/>
        <a:defRPr lang="en-US" sz="2200" kern="1200" dirty="0" smtClean="0">
          <a:solidFill>
            <a:schemeClr val="tx1"/>
          </a:solidFill>
          <a:latin typeface="Calibri" panose="020F0502020204030204" pitchFamily="34" charset="0"/>
          <a:ea typeface="+mn-ea"/>
          <a:cs typeface="Calibri" panose="020F0502020204030204" pitchFamily="34" charset="0"/>
        </a:defRPr>
      </a:lvl2pPr>
      <a:lvl3pPr marL="855663" indent="-222250" algn="l" defTabSz="914400" rtl="0" eaLnBrk="1" latinLnBrk="0" hangingPunct="1">
        <a:lnSpc>
          <a:spcPct val="95000"/>
        </a:lnSpc>
        <a:spcBef>
          <a:spcPts val="400"/>
        </a:spcBef>
        <a:spcAft>
          <a:spcPts val="200"/>
        </a:spcAft>
        <a:buClr>
          <a:schemeClr val="tx2"/>
        </a:buClr>
        <a:buSzPct val="90000"/>
        <a:buFont typeface="Calibri" panose="020F0502020204030204" pitchFamily="34" charset="0"/>
        <a:buChar char="–"/>
        <a:defRPr lang="en-US" sz="2000" kern="1200" dirty="0" smtClean="0">
          <a:solidFill>
            <a:schemeClr val="tx1"/>
          </a:solidFill>
          <a:latin typeface="Calibri" panose="020F0502020204030204" pitchFamily="34" charset="0"/>
          <a:ea typeface="+mn-ea"/>
          <a:cs typeface="Calibri" panose="020F0502020204030204" pitchFamily="34" charset="0"/>
        </a:defRPr>
      </a:lvl3pPr>
      <a:lvl4pPr marL="1150938" indent="-228600" algn="l" defTabSz="914400" rtl="0" eaLnBrk="1" latinLnBrk="0" hangingPunct="1">
        <a:lnSpc>
          <a:spcPct val="95000"/>
        </a:lnSpc>
        <a:spcBef>
          <a:spcPts val="400"/>
        </a:spcBef>
        <a:spcAft>
          <a:spcPts val="100"/>
        </a:spcAft>
        <a:buClr>
          <a:schemeClr val="tx2"/>
        </a:buClr>
        <a:buSzPct val="90000"/>
        <a:buFont typeface="Calibri" panose="020F0502020204030204" pitchFamily="34" charset="0"/>
        <a:buChar char="–"/>
        <a:tabLst/>
        <a:defRPr lang="en-US" sz="1800" kern="1200" dirty="0" smtClean="0">
          <a:solidFill>
            <a:schemeClr val="tx1"/>
          </a:solidFill>
          <a:latin typeface="Calibri" panose="020F0502020204030204" pitchFamily="34" charset="0"/>
          <a:ea typeface="+mn-ea"/>
          <a:cs typeface="Calibri" panose="020F0502020204030204" pitchFamily="34" charset="0"/>
        </a:defRPr>
      </a:lvl4pPr>
      <a:lvl5pPr marL="1430338" indent="-228600" algn="l" defTabSz="914400" rtl="0" eaLnBrk="1" latinLnBrk="0" hangingPunct="1">
        <a:lnSpc>
          <a:spcPct val="95000"/>
        </a:lnSpc>
        <a:spcBef>
          <a:spcPts val="300"/>
        </a:spcBef>
        <a:spcAft>
          <a:spcPts val="100"/>
        </a:spcAft>
        <a:buClr>
          <a:schemeClr val="tx2"/>
        </a:buClr>
        <a:buSzPct val="90000"/>
        <a:buFont typeface="Calibri" panose="020F0502020204030204" pitchFamily="34" charset="0"/>
        <a:buChar char="–"/>
        <a:tabLst/>
        <a:defRPr lang="en-US"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21663" y="6453185"/>
            <a:ext cx="249425" cy="246221"/>
          </a:xfrm>
          <a:prstGeom prst="rect">
            <a:avLst/>
          </a:prstGeom>
          <a:ln w="12700">
            <a:miter lim="400000"/>
          </a:ln>
        </p:spPr>
        <p:txBody>
          <a:bodyPr wrap="none" lIns="45719" rIns="45719">
            <a:spAutoFit/>
          </a:bodyPr>
          <a:lstStyle>
            <a:lvl1pPr>
              <a:defRPr sz="10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3" name="TextBox 7"/>
          <p:cNvSpPr txBox="1"/>
          <p:nvPr/>
        </p:nvSpPr>
        <p:spPr>
          <a:xfrm>
            <a:off x="2041143" y="6467559"/>
            <a:ext cx="4009137" cy="22698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a:defRPr sz="1000">
                <a:solidFill>
                  <a:srgbClr val="808080"/>
                </a:solidFill>
                <a:latin typeface="Arial"/>
                <a:ea typeface="Arial"/>
                <a:cs typeface="Arial"/>
                <a:sym typeface="Arial"/>
              </a:defRPr>
            </a:lvl1pPr>
          </a:lstStyle>
          <a:p>
            <a:r>
              <a:t>Copyright © 2021 Exabeam, Inc. All Rights Reserved. Confidential.</a:t>
            </a:r>
          </a:p>
        </p:txBody>
      </p:sp>
      <p:pic>
        <p:nvPicPr>
          <p:cNvPr id="4" name="Picture 6" descr="Picture 6"/>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10499539" y="6503786"/>
            <a:ext cx="849181" cy="146249"/>
          </a:xfrm>
          <a:prstGeom prst="rect">
            <a:avLst/>
          </a:prstGeom>
          <a:ln w="12700">
            <a:miter lim="400000"/>
          </a:ln>
        </p:spPr>
      </p:pic>
      <p:sp>
        <p:nvSpPr>
          <p:cNvPr id="5" name="Rectangle 8"/>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6" name="Rectangle 9"/>
          <p:cNvSpPr/>
          <p:nvPr/>
        </p:nvSpPr>
        <p:spPr>
          <a:xfrm>
            <a:off x="610616" y="-7868"/>
            <a:ext cx="635431"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7" name="Rectangle 10"/>
          <p:cNvSpPr/>
          <p:nvPr/>
        </p:nvSpPr>
        <p:spPr>
          <a:xfrm>
            <a:off x="1241552" y="-7868"/>
            <a:ext cx="635431"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8" name="Title Text"/>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lstStyle/>
          <a:p>
            <a:r>
              <a:t>Title Text</a:t>
            </a:r>
          </a:p>
        </p:txBody>
      </p:sp>
      <p:sp>
        <p:nvSpPr>
          <p:cNvPr id="9"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2161586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241438" y="6472641"/>
            <a:ext cx="233395" cy="230832"/>
          </a:xfrm>
          <a:prstGeom prst="rect">
            <a:avLst/>
          </a:prstGeom>
          <a:ln w="12700">
            <a:miter lim="400000"/>
          </a:ln>
        </p:spPr>
        <p:txBody>
          <a:bodyPr wrap="none" lIns="45719" rIns="45719">
            <a:spAutoFit/>
          </a:bodyPr>
          <a:lstStyle>
            <a:lvl1pPr algn="l">
              <a:defRPr sz="900">
                <a:solidFill>
                  <a:schemeClr val="accent1"/>
                </a:solidFill>
                <a:latin typeface="Arial"/>
                <a:ea typeface="Arial"/>
                <a:cs typeface="Arial"/>
                <a:sym typeface="Arial"/>
              </a:defRPr>
            </a:lvl1pPr>
          </a:lstStyle>
          <a:p>
            <a:fld id="{86CB4B4D-7CA3-9044-876B-883B54F8677D}" type="slidenum">
              <a:rPr lang="en-US" smtClean="0"/>
              <a:pPr/>
              <a:t>‹#›</a:t>
            </a:fld>
            <a:endParaRPr lang="en-US"/>
          </a:p>
        </p:txBody>
      </p:sp>
      <p:sp>
        <p:nvSpPr>
          <p:cNvPr id="3" name="TextBox 7"/>
          <p:cNvSpPr txBox="1"/>
          <p:nvPr/>
        </p:nvSpPr>
        <p:spPr>
          <a:xfrm>
            <a:off x="561070" y="6476267"/>
            <a:ext cx="8769047" cy="2154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rIns="45719">
            <a:spAutoFit/>
          </a:bodyPr>
          <a:lstStyle>
            <a:lvl1pPr>
              <a:defRPr sz="1000">
                <a:solidFill>
                  <a:srgbClr val="808080"/>
                </a:solidFill>
                <a:latin typeface="Arial"/>
                <a:ea typeface="Arial"/>
                <a:cs typeface="Arial"/>
                <a:sym typeface="Arial"/>
              </a:defRPr>
            </a:lvl1pPr>
          </a:lstStyle>
          <a:p>
            <a:r>
              <a:rPr lang="en-US" sz="800"/>
              <a:t>Copyright © 2021 Exabeam, Inc. All Rights Reserved. Confidential.</a:t>
            </a:r>
          </a:p>
        </p:txBody>
      </p:sp>
      <p:sp>
        <p:nvSpPr>
          <p:cNvPr id="8" name="Title Text"/>
          <p:cNvSpPr txBox="1">
            <a:spLocks noGrp="1"/>
          </p:cNvSpPr>
          <p:nvPr>
            <p:ph type="title"/>
          </p:nvPr>
        </p:nvSpPr>
        <p:spPr>
          <a:xfrm>
            <a:off x="566359" y="349652"/>
            <a:ext cx="10850879" cy="66185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t" anchorCtr="0">
            <a:normAutofit/>
          </a:bodyPr>
          <a:lstStyle/>
          <a:p>
            <a:r>
              <a:t>T</a:t>
            </a:r>
            <a:r>
              <a:rPr lang="en-US"/>
              <a:t>itle</a:t>
            </a:r>
            <a:r>
              <a:t> T</a:t>
            </a:r>
            <a:r>
              <a:rPr lang="en-US"/>
              <a:t>e</a:t>
            </a:r>
            <a:r>
              <a:t>xt</a:t>
            </a:r>
          </a:p>
        </p:txBody>
      </p:sp>
      <p:sp>
        <p:nvSpPr>
          <p:cNvPr id="9" name="Body Level One…"/>
          <p:cNvSpPr txBox="1">
            <a:spLocks noGrp="1"/>
          </p:cNvSpPr>
          <p:nvPr>
            <p:ph type="body" idx="1"/>
          </p:nvPr>
        </p:nvSpPr>
        <p:spPr>
          <a:xfrm>
            <a:off x="566055" y="1173345"/>
            <a:ext cx="10863945" cy="492660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grpSp>
        <p:nvGrpSpPr>
          <p:cNvPr id="14" name="Group 13">
            <a:extLst>
              <a:ext uri="{FF2B5EF4-FFF2-40B4-BE49-F238E27FC236}">
                <a16:creationId xmlns:a16="http://schemas.microsoft.com/office/drawing/2014/main" id="{4A749404-43B2-4C01-A6A7-4D6ECBB20158}"/>
              </a:ext>
            </a:extLst>
          </p:cNvPr>
          <p:cNvGrpSpPr/>
          <p:nvPr userDrawn="1"/>
        </p:nvGrpSpPr>
        <p:grpSpPr>
          <a:xfrm>
            <a:off x="10284756" y="5587138"/>
            <a:ext cx="1907244" cy="1270862"/>
            <a:chOff x="10284756" y="5587138"/>
            <a:chExt cx="1907244" cy="1270862"/>
          </a:xfrm>
        </p:grpSpPr>
        <p:grpSp>
          <p:nvGrpSpPr>
            <p:cNvPr id="10" name="Group 9">
              <a:extLst>
                <a:ext uri="{FF2B5EF4-FFF2-40B4-BE49-F238E27FC236}">
                  <a16:creationId xmlns:a16="http://schemas.microsoft.com/office/drawing/2014/main" id="{C1DFF6D4-E0C4-40DB-8E8B-B5FE3BCD0B71}"/>
                </a:ext>
              </a:extLst>
            </p:cNvPr>
            <p:cNvGrpSpPr/>
            <p:nvPr userDrawn="1"/>
          </p:nvGrpSpPr>
          <p:grpSpPr>
            <a:xfrm flipH="1" flipV="1">
              <a:off x="10284756" y="5587138"/>
              <a:ext cx="1907244" cy="1270862"/>
              <a:chOff x="-20321" y="-7868"/>
              <a:chExt cx="1907244" cy="1270862"/>
            </a:xfrm>
          </p:grpSpPr>
          <p:sp>
            <p:nvSpPr>
              <p:cNvPr id="5" name="Rectangle 8"/>
              <p:cNvSpPr/>
              <p:nvPr/>
            </p:nvSpPr>
            <p:spPr>
              <a:xfrm>
                <a:off x="-20321" y="627562"/>
                <a:ext cx="635432"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7" name="Rectangle 10"/>
              <p:cNvSpPr/>
              <p:nvPr/>
            </p:nvSpPr>
            <p:spPr>
              <a:xfrm>
                <a:off x="606763" y="-7868"/>
                <a:ext cx="1280160" cy="63543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grpSp>
        <p:pic>
          <p:nvPicPr>
            <p:cNvPr id="4" name="Picture 6" descr="Picture 6"/>
            <p:cNvPicPr>
              <a:picLocks noChangeAspect="1"/>
            </p:cNvPicPr>
            <p:nvPr/>
          </p:nvPicPr>
          <p:blipFill>
            <a:blip r:embed="rId39" cstate="hqprint">
              <a:extLst>
                <a:ext uri="{28A0092B-C50C-407E-A947-70E740481C1C}">
                  <a14:useLocalDpi xmlns:a14="http://schemas.microsoft.com/office/drawing/2010/main"/>
                </a:ext>
              </a:extLst>
            </a:blip>
            <a:stretch>
              <a:fillRect/>
            </a:stretch>
          </p:blipFill>
          <p:spPr>
            <a:xfrm>
              <a:off x="10490920" y="6465501"/>
              <a:ext cx="849181" cy="146249"/>
            </a:xfrm>
            <a:prstGeom prst="rect">
              <a:avLst/>
            </a:prstGeom>
            <a:ln w="12700">
              <a:miter lim="400000"/>
            </a:ln>
          </p:spPr>
        </p:pic>
      </p:grpSp>
    </p:spTree>
    <p:extLst>
      <p:ext uri="{BB962C8B-B14F-4D97-AF65-F5344CB8AC3E}">
        <p14:creationId xmlns:p14="http://schemas.microsoft.com/office/powerpoint/2010/main" val="100082248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 id="2147483710" r:id="rId32"/>
    <p:sldLayoutId id="2147483711" r:id="rId33"/>
    <p:sldLayoutId id="2147483712" r:id="rId34"/>
    <p:sldLayoutId id="2147483713" r:id="rId35"/>
    <p:sldLayoutId id="2147483714" r:id="rId36"/>
    <p:sldLayoutId id="2147483715" r:id="rId37"/>
  </p:sldLayoutIdLst>
  <p:transition spd="med"/>
  <p:hf hdr="0"/>
  <p:txStyles>
    <p:titleStyle>
      <a:lvl1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30188" marR="0" indent="-230188" algn="l" defTabSz="914400" rtl="0" eaLnBrk="1" latinLnBrk="0" hangingPunct="1">
        <a:lnSpc>
          <a:spcPct val="100000"/>
        </a:lnSpc>
        <a:spcBef>
          <a:spcPts val="1000"/>
        </a:spcBef>
        <a:spcAft>
          <a:spcPts val="30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Calibri"/>
        </a:defRPr>
      </a:lvl1pPr>
      <a:lvl2pPr marL="461963" marR="0" indent="-231775" algn="l" defTabSz="914400" rtl="0" eaLnBrk="1" latinLnBrk="0" hangingPunct="1">
        <a:lnSpc>
          <a:spcPct val="100000"/>
        </a:lnSpc>
        <a:spcBef>
          <a:spcPts val="800"/>
        </a:spcBef>
        <a:spcAft>
          <a:spcPts val="300"/>
        </a:spcAft>
        <a:buClrTx/>
        <a:buSzPct val="100000"/>
        <a:buFont typeface="Arial"/>
        <a:buChar char="•"/>
        <a:tabLst/>
        <a:defRPr sz="1600" b="0" i="0" u="none" strike="noStrike" cap="none" spc="0" baseline="0">
          <a:solidFill>
            <a:srgbClr val="000000"/>
          </a:solidFill>
          <a:uFillTx/>
          <a:latin typeface="+mj-lt"/>
          <a:ea typeface="+mj-ea"/>
          <a:cs typeface="+mj-cs"/>
          <a:sym typeface="Calibri"/>
        </a:defRPr>
      </a:lvl2pPr>
      <a:lvl3pPr marL="684213" marR="0" indent="-222250" algn="l" defTabSz="914400" rtl="0" eaLnBrk="1" latinLnBrk="0" hangingPunct="1">
        <a:lnSpc>
          <a:spcPct val="100000"/>
        </a:lnSpc>
        <a:spcBef>
          <a:spcPts val="500"/>
        </a:spcBef>
        <a:spcAft>
          <a:spcPts val="300"/>
        </a:spcAft>
        <a:buClrTx/>
        <a:buSzPct val="100000"/>
        <a:buFont typeface="Arial"/>
        <a:buChar char="•"/>
        <a:tabLst/>
        <a:defRPr sz="1400" b="0" i="0" u="none" strike="noStrike" cap="none" spc="0" baseline="0">
          <a:solidFill>
            <a:srgbClr val="000000"/>
          </a:solidFill>
          <a:uFillTx/>
          <a:latin typeface="+mj-lt"/>
          <a:ea typeface="+mj-ea"/>
          <a:cs typeface="+mj-cs"/>
          <a:sym typeface="Calibri"/>
        </a:defRPr>
      </a:lvl3pPr>
      <a:lvl4pPr marL="914400" marR="0" indent="-230188" algn="l" defTabSz="914400" rtl="0" eaLnBrk="1" latinLnBrk="0" hangingPunct="1">
        <a:lnSpc>
          <a:spcPct val="100000"/>
        </a:lnSpc>
        <a:spcBef>
          <a:spcPts val="500"/>
        </a:spcBef>
        <a:spcAft>
          <a:spcPts val="300"/>
        </a:spcAft>
        <a:buClrTx/>
        <a:buSzPct val="100000"/>
        <a:buFont typeface="Arial"/>
        <a:buChar char="•"/>
        <a:tabLst/>
        <a:defRPr sz="1200" b="0" i="0" u="none" strike="noStrike" cap="none" spc="0" baseline="0">
          <a:solidFill>
            <a:srgbClr val="000000"/>
          </a:solidFill>
          <a:uFillTx/>
          <a:latin typeface="+mj-lt"/>
          <a:ea typeface="+mj-ea"/>
          <a:cs typeface="+mj-cs"/>
          <a:sym typeface="Calibri"/>
        </a:defRPr>
      </a:lvl4pPr>
      <a:lvl5pPr marL="1144588" marR="0" indent="-230188" algn="l" defTabSz="914400" rtl="0" eaLnBrk="1" latinLnBrk="0" hangingPunct="1">
        <a:lnSpc>
          <a:spcPct val="100000"/>
        </a:lnSpc>
        <a:spcBef>
          <a:spcPts val="500"/>
        </a:spcBef>
        <a:spcAft>
          <a:spcPts val="300"/>
        </a:spcAft>
        <a:buClrTx/>
        <a:buSzPct val="100000"/>
        <a:buFont typeface="Arial"/>
        <a:buChar char="•"/>
        <a:tabLst/>
        <a:defRPr sz="1000" b="0" i="0" u="none" strike="noStrike" cap="none" spc="0" baseline="0">
          <a:solidFill>
            <a:srgbClr val="000000"/>
          </a:solidFill>
          <a:uFillTx/>
          <a:latin typeface="+mj-lt"/>
          <a:ea typeface="+mj-ea"/>
          <a:cs typeface="+mj-cs"/>
          <a:sym typeface="Calibri"/>
        </a:defRPr>
      </a:lvl5pPr>
      <a:lvl6pPr marL="26416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eaLnBrk="1" latinLnBrk="0" hangingPunct="1">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l" defTabSz="9144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2.sv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A picture containing background pattern&#10;&#10;Description automatically generated">
            <a:extLst>
              <a:ext uri="{FF2B5EF4-FFF2-40B4-BE49-F238E27FC236}">
                <a16:creationId xmlns:a16="http://schemas.microsoft.com/office/drawing/2014/main" id="{209C17A3-9613-0040-A9D1-CB797B84FFD6}"/>
              </a:ext>
            </a:extLst>
          </p:cNvPr>
          <p:cNvPicPr>
            <a:picLocks noChangeAspect="1"/>
          </p:cNvPicPr>
          <p:nvPr/>
        </p:nvPicPr>
        <p:blipFill rotWithShape="1">
          <a:blip r:embed="rId3">
            <a:alphaModFix amt="50000"/>
          </a:blip>
          <a:srcRect t="7770" b="7770"/>
          <a:stretch/>
        </p:blipFill>
        <p:spPr>
          <a:xfrm>
            <a:off x="0" y="0"/>
            <a:ext cx="12191999" cy="6858000"/>
          </a:xfrm>
          <a:prstGeom prst="rect">
            <a:avLst/>
          </a:prstGeom>
          <a:solidFill>
            <a:schemeClr val="accent1"/>
          </a:solidFill>
        </p:spPr>
      </p:pic>
      <p:sp>
        <p:nvSpPr>
          <p:cNvPr id="5" name="Google Shape;159;p2">
            <a:extLst>
              <a:ext uri="{FF2B5EF4-FFF2-40B4-BE49-F238E27FC236}">
                <a16:creationId xmlns:a16="http://schemas.microsoft.com/office/drawing/2014/main" id="{0A4ECD55-CF9A-43CB-A998-502E9D279682}"/>
              </a:ext>
            </a:extLst>
          </p:cNvPr>
          <p:cNvSpPr txBox="1">
            <a:spLocks/>
          </p:cNvSpPr>
          <p:nvPr/>
        </p:nvSpPr>
        <p:spPr>
          <a:xfrm>
            <a:off x="5397623" y="8693486"/>
            <a:ext cx="10376778" cy="1068472"/>
          </a:xfrm>
          <a:prstGeom prst="rect">
            <a:avLst/>
          </a:prstGeom>
          <a:noFill/>
          <a:ln>
            <a:noFill/>
          </a:ln>
        </p:spPr>
        <p:txBody>
          <a:bodyPr spcFirstLastPara="1" wrap="square" lIns="27425" tIns="27425" rIns="27425" bIns="27425" anchor="t" anchorCtr="0">
            <a:normAutofit/>
          </a:bodyPr>
          <a:lstStyle>
            <a:lvl1pPr marL="230188" marR="0" indent="-230188" algn="l" defTabSz="914400" rtl="0" latinLnBrk="0">
              <a:lnSpc>
                <a:spcPct val="100000"/>
              </a:lnSpc>
              <a:spcBef>
                <a:spcPts val="1000"/>
              </a:spcBef>
              <a:spcAft>
                <a:spcPts val="300"/>
              </a:spcAft>
              <a:buClrTx/>
              <a:buSzPct val="100000"/>
              <a:buFont typeface="Arial" panose="020B0604020202020204" pitchFamily="34" charset="0"/>
              <a:buChar char="•"/>
              <a:tabLst/>
              <a:defRPr sz="1800" b="0" i="0" u="none" strike="noStrike" cap="none" spc="0" baseline="0">
                <a:solidFill>
                  <a:srgbClr val="000000"/>
                </a:solidFill>
                <a:uFillTx/>
                <a:latin typeface="+mj-lt"/>
                <a:ea typeface="+mj-ea"/>
                <a:cs typeface="+mj-cs"/>
                <a:sym typeface="Calibri"/>
              </a:defRPr>
            </a:lvl1pPr>
            <a:lvl2pPr marL="461963" marR="0" indent="-231775" algn="l" defTabSz="914400" rtl="0" latinLnBrk="0">
              <a:lnSpc>
                <a:spcPct val="100000"/>
              </a:lnSpc>
              <a:spcBef>
                <a:spcPts val="800"/>
              </a:spcBef>
              <a:spcAft>
                <a:spcPts val="300"/>
              </a:spcAft>
              <a:buClrTx/>
              <a:buSzPct val="100000"/>
              <a:buFont typeface="Arial"/>
              <a:buChar char="•"/>
              <a:tabLst/>
              <a:defRPr sz="1600" b="0" i="0" u="none" strike="noStrike" cap="none" spc="0" baseline="0">
                <a:solidFill>
                  <a:srgbClr val="000000"/>
                </a:solidFill>
                <a:uFillTx/>
                <a:latin typeface="+mj-lt"/>
                <a:ea typeface="+mj-ea"/>
                <a:cs typeface="+mj-cs"/>
                <a:sym typeface="Calibri"/>
              </a:defRPr>
            </a:lvl2pPr>
            <a:lvl3pPr marL="684213" marR="0" indent="-222250" algn="l" defTabSz="914400" rtl="0" latinLnBrk="0">
              <a:lnSpc>
                <a:spcPct val="100000"/>
              </a:lnSpc>
              <a:spcBef>
                <a:spcPts val="500"/>
              </a:spcBef>
              <a:spcAft>
                <a:spcPts val="300"/>
              </a:spcAft>
              <a:buClrTx/>
              <a:buSzPct val="100000"/>
              <a:buFont typeface="Arial"/>
              <a:buChar char="•"/>
              <a:tabLst/>
              <a:defRPr sz="1400" b="0" i="0" u="none" strike="noStrike" cap="none" spc="0" baseline="0">
                <a:solidFill>
                  <a:srgbClr val="000000"/>
                </a:solidFill>
                <a:uFillTx/>
                <a:latin typeface="+mj-lt"/>
                <a:ea typeface="+mj-ea"/>
                <a:cs typeface="+mj-cs"/>
                <a:sym typeface="Calibri"/>
              </a:defRPr>
            </a:lvl3pPr>
            <a:lvl4pPr marL="914400" marR="0" indent="-230188" algn="l" defTabSz="914400" rtl="0" latinLnBrk="0">
              <a:lnSpc>
                <a:spcPct val="100000"/>
              </a:lnSpc>
              <a:spcBef>
                <a:spcPts val="500"/>
              </a:spcBef>
              <a:spcAft>
                <a:spcPts val="300"/>
              </a:spcAft>
              <a:buClrTx/>
              <a:buSzPct val="100000"/>
              <a:buFont typeface="Arial"/>
              <a:buChar char="•"/>
              <a:tabLst/>
              <a:defRPr sz="1200" b="0" i="0" u="none" strike="noStrike" cap="none" spc="0" baseline="0">
                <a:solidFill>
                  <a:srgbClr val="000000"/>
                </a:solidFill>
                <a:uFillTx/>
                <a:latin typeface="+mj-lt"/>
                <a:ea typeface="+mj-ea"/>
                <a:cs typeface="+mj-cs"/>
                <a:sym typeface="Calibri"/>
              </a:defRPr>
            </a:lvl4pPr>
            <a:lvl5pPr marL="1144588" marR="0" indent="-230188" algn="l" defTabSz="914400" rtl="0" latinLnBrk="0">
              <a:lnSpc>
                <a:spcPct val="100000"/>
              </a:lnSpc>
              <a:spcBef>
                <a:spcPts val="500"/>
              </a:spcBef>
              <a:spcAft>
                <a:spcPts val="300"/>
              </a:spcAft>
              <a:buClrTx/>
              <a:buSzPct val="100000"/>
              <a:buFont typeface="Arial"/>
              <a:buChar char="•"/>
              <a:tabLst/>
              <a:defRPr sz="10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a:lstStyle>
          <a:p>
            <a:pPr marL="168270" indent="-168270" hangingPunct="1">
              <a:lnSpc>
                <a:spcPct val="95000"/>
              </a:lnSpc>
              <a:spcBef>
                <a:spcPts val="0"/>
              </a:spcBef>
              <a:spcAft>
                <a:spcPts val="0"/>
              </a:spcAft>
              <a:buSzPts val="1400"/>
              <a:buFont typeface="Noto Sans Symbols"/>
              <a:buNone/>
            </a:pPr>
            <a:r>
              <a:rPr lang="en-US"/>
              <a:t>Harjith – Technical Alliance Director</a:t>
            </a:r>
          </a:p>
        </p:txBody>
      </p:sp>
      <p:sp>
        <p:nvSpPr>
          <p:cNvPr id="9" name="Google Shape;163;p2">
            <a:extLst>
              <a:ext uri="{FF2B5EF4-FFF2-40B4-BE49-F238E27FC236}">
                <a16:creationId xmlns:a16="http://schemas.microsoft.com/office/drawing/2014/main" id="{C3765745-3DE1-4123-BFDB-74FB8F01F409}"/>
              </a:ext>
            </a:extLst>
          </p:cNvPr>
          <p:cNvSpPr txBox="1"/>
          <p:nvPr/>
        </p:nvSpPr>
        <p:spPr>
          <a:xfrm>
            <a:off x="6350484" y="7416068"/>
            <a:ext cx="4061263" cy="720183"/>
          </a:xfrm>
          <a:prstGeom prst="rect">
            <a:avLst/>
          </a:prstGeom>
          <a:noFill/>
          <a:ln>
            <a:noFill/>
          </a:ln>
        </p:spPr>
        <p:txBody>
          <a:bodyPr spcFirstLastPara="1" wrap="square" lIns="27425" tIns="27425" rIns="27425" bIns="27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Hunter Games</a:t>
            </a:r>
            <a:endParaRPr/>
          </a:p>
          <a:p>
            <a:pPr marL="0" marR="0" lvl="0" indent="0" algn="l"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26</a:t>
            </a:r>
            <a:r>
              <a:rPr lang="en-US" sz="2400" b="0" i="0" u="none" strike="noStrike" cap="none" baseline="30000">
                <a:solidFill>
                  <a:schemeClr val="lt1"/>
                </a:solidFill>
                <a:latin typeface="Calibri"/>
                <a:ea typeface="Calibri"/>
                <a:cs typeface="Calibri"/>
                <a:sym typeface="Calibri"/>
              </a:rPr>
              <a:t>th</a:t>
            </a:r>
            <a:r>
              <a:rPr lang="en-US" sz="2400" b="0" i="0" u="none" strike="noStrike" cap="none">
                <a:solidFill>
                  <a:schemeClr val="lt1"/>
                </a:solidFill>
                <a:latin typeface="Calibri"/>
                <a:ea typeface="Calibri"/>
                <a:cs typeface="Calibri"/>
                <a:sym typeface="Calibri"/>
              </a:rPr>
              <a:t> March 2021</a:t>
            </a:r>
            <a:endParaRPr sz="1400" b="0" i="0" u="none" strike="noStrike" cap="none">
              <a:solidFill>
                <a:srgbClr val="000000"/>
              </a:solidFill>
              <a:latin typeface="Arial"/>
              <a:ea typeface="Arial"/>
              <a:cs typeface="Arial"/>
              <a:sym typeface="Arial"/>
            </a:endParaRPr>
          </a:p>
        </p:txBody>
      </p:sp>
      <p:sp>
        <p:nvSpPr>
          <p:cNvPr id="4" name="Title 3">
            <a:extLst>
              <a:ext uri="{FF2B5EF4-FFF2-40B4-BE49-F238E27FC236}">
                <a16:creationId xmlns:a16="http://schemas.microsoft.com/office/drawing/2014/main" id="{DC22A321-C863-A14C-A5CB-1087E023B722}"/>
              </a:ext>
            </a:extLst>
          </p:cNvPr>
          <p:cNvSpPr>
            <a:spLocks noGrp="1"/>
          </p:cNvSpPr>
          <p:nvPr>
            <p:ph type="title"/>
          </p:nvPr>
        </p:nvSpPr>
        <p:spPr>
          <a:xfrm>
            <a:off x="838199" y="3216878"/>
            <a:ext cx="9389883" cy="1686244"/>
          </a:xfrm>
        </p:spPr>
        <p:txBody>
          <a:bodyPr lIns="45719" tIns="45720" rIns="45719" bIns="45720" anchor="b" anchorCtr="0">
            <a:normAutofit fontScale="90000"/>
          </a:bodyPr>
          <a:lstStyle/>
          <a:p>
            <a:r>
              <a:rPr lang="en-US" sz="7200" b="1" dirty="0" err="1"/>
              <a:t>Exabeam</a:t>
            </a:r>
            <a:r>
              <a:rPr lang="en-US" sz="7200" b="1" dirty="0"/>
              <a:t> </a:t>
            </a:r>
            <a:br>
              <a:rPr lang="en-US" sz="7200" b="1" dirty="0"/>
            </a:br>
            <a:r>
              <a:rPr lang="en-US" sz="7200" b="1" dirty="0"/>
              <a:t>Capture the Flag</a:t>
            </a:r>
            <a:endParaRPr lang="en-US" sz="7200" dirty="0"/>
          </a:p>
        </p:txBody>
      </p:sp>
      <p:sp>
        <p:nvSpPr>
          <p:cNvPr id="16" name="Text Placeholder 15">
            <a:extLst>
              <a:ext uri="{FF2B5EF4-FFF2-40B4-BE49-F238E27FC236}">
                <a16:creationId xmlns:a16="http://schemas.microsoft.com/office/drawing/2014/main" id="{9D060803-7581-F34A-8231-2A196545292B}"/>
              </a:ext>
            </a:extLst>
          </p:cNvPr>
          <p:cNvSpPr>
            <a:spLocks noGrp="1"/>
          </p:cNvSpPr>
          <p:nvPr>
            <p:ph type="body" sz="quarter" idx="21"/>
          </p:nvPr>
        </p:nvSpPr>
        <p:spPr>
          <a:xfrm>
            <a:off x="838199" y="5160614"/>
            <a:ext cx="9399310" cy="655724"/>
          </a:xfrm>
        </p:spPr>
        <p:txBody>
          <a:bodyPr>
            <a:normAutofit/>
          </a:bodyPr>
          <a:lstStyle/>
          <a:p>
            <a:endParaRPr lang="en-US" sz="1800" dirty="0"/>
          </a:p>
        </p:txBody>
      </p:sp>
      <p:pic>
        <p:nvPicPr>
          <p:cNvPr id="13" name="Picture 18" descr="Picture 18">
            <a:extLst>
              <a:ext uri="{FF2B5EF4-FFF2-40B4-BE49-F238E27FC236}">
                <a16:creationId xmlns:a16="http://schemas.microsoft.com/office/drawing/2014/main" id="{75D1CD22-DF3E-A448-A919-046BEC1E9E65}"/>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54741" y="989517"/>
            <a:ext cx="2019191" cy="358968"/>
          </a:xfrm>
          <a:prstGeom prst="rect">
            <a:avLst/>
          </a:prstGeom>
          <a:ln w="12700">
            <a:miter lim="400000"/>
          </a:ln>
        </p:spPr>
      </p:pic>
      <p:pic>
        <p:nvPicPr>
          <p:cNvPr id="32" name="Picture 9" descr="Picture 9">
            <a:extLst>
              <a:ext uri="{FF2B5EF4-FFF2-40B4-BE49-F238E27FC236}">
                <a16:creationId xmlns:a16="http://schemas.microsoft.com/office/drawing/2014/main" id="{3CCEAEBA-E702-D04E-9931-F5E9241738A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68162"/>
          <a:stretch/>
        </p:blipFill>
        <p:spPr>
          <a:xfrm>
            <a:off x="8310282" y="0"/>
            <a:ext cx="3881718" cy="6858000"/>
          </a:xfrm>
          <a:prstGeom prst="rect">
            <a:avLst/>
          </a:prstGeom>
          <a:ln w="12700">
            <a:miter lim="400000"/>
          </a:ln>
        </p:spPr>
      </p:pic>
      <p:pic>
        <p:nvPicPr>
          <p:cNvPr id="38" name="Graphic 37">
            <a:extLst>
              <a:ext uri="{FF2B5EF4-FFF2-40B4-BE49-F238E27FC236}">
                <a16:creationId xmlns:a16="http://schemas.microsoft.com/office/drawing/2014/main" id="{FF23D889-0EB5-2946-90C7-0A4127A010C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08669" y="2111190"/>
            <a:ext cx="2657919" cy="3376275"/>
          </a:xfrm>
          <a:prstGeom prst="rect">
            <a:avLst/>
          </a:prstGeom>
        </p:spPr>
      </p:pic>
    </p:spTree>
    <p:extLst>
      <p:ext uri="{BB962C8B-B14F-4D97-AF65-F5344CB8AC3E}">
        <p14:creationId xmlns:p14="http://schemas.microsoft.com/office/powerpoint/2010/main" val="19108314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 name="Picture 19" descr="A picture containing background pattern&#10;&#10;Description automatically generated">
            <a:extLst>
              <a:ext uri="{FF2B5EF4-FFF2-40B4-BE49-F238E27FC236}">
                <a16:creationId xmlns:a16="http://schemas.microsoft.com/office/drawing/2014/main" id="{883C499E-ACAF-E849-AF9A-766FF371F51C}"/>
              </a:ext>
            </a:extLst>
          </p:cNvPr>
          <p:cNvPicPr>
            <a:picLocks noChangeAspect="1"/>
          </p:cNvPicPr>
          <p:nvPr/>
        </p:nvPicPr>
        <p:blipFill rotWithShape="1">
          <a:blip r:embed="rId3">
            <a:alphaModFix amt="50000"/>
          </a:blip>
          <a:srcRect t="7770" r="65368" b="15509"/>
          <a:stretch/>
        </p:blipFill>
        <p:spPr>
          <a:xfrm>
            <a:off x="1" y="0"/>
            <a:ext cx="4222376" cy="6229601"/>
          </a:xfrm>
          <a:prstGeom prst="rect">
            <a:avLst/>
          </a:prstGeom>
          <a:solidFill>
            <a:schemeClr val="accent1"/>
          </a:solidFill>
        </p:spPr>
      </p:pic>
      <p:sp>
        <p:nvSpPr>
          <p:cNvPr id="2" name="Slide Number Placeholder 1">
            <a:extLst>
              <a:ext uri="{FF2B5EF4-FFF2-40B4-BE49-F238E27FC236}">
                <a16:creationId xmlns:a16="http://schemas.microsoft.com/office/drawing/2014/main" id="{22B20AFE-A735-417D-9A8F-D9ECFCD008FB}"/>
              </a:ext>
            </a:extLst>
          </p:cNvPr>
          <p:cNvSpPr>
            <a:spLocks noGrp="1"/>
          </p:cNvSpPr>
          <p:nvPr>
            <p:ph type="sldNum" sz="quarter" idx="2"/>
          </p:nvPr>
        </p:nvSpPr>
        <p:spPr>
          <a:xfrm>
            <a:off x="241438" y="6472641"/>
            <a:ext cx="233395" cy="230832"/>
          </a:xfrm>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900" b="0" i="0" u="none" strike="noStrike" kern="0" cap="none" spc="0" normalizeH="0" baseline="0" noProof="0" smtClean="0">
                <a:ln>
                  <a:noFill/>
                </a:ln>
                <a:solidFill>
                  <a:srgbClr val="009D00"/>
                </a:solidFill>
                <a:effectLst/>
                <a:uLnTx/>
                <a:uFillTx/>
                <a:latin typeface="Arial"/>
                <a:cs typeface="Arial"/>
                <a:sym typeface="Arial"/>
              </a:rPr>
              <a:pPr marL="0" marR="0" lvl="0" indent="0" algn="l" defTabSz="914400" rtl="0" eaLnBrk="1" fontAlgn="auto" latinLnBrk="0" hangingPunct="0">
                <a:lnSpc>
                  <a:spcPct val="100000"/>
                </a:lnSpc>
                <a:spcBef>
                  <a:spcPts val="0"/>
                </a:spcBef>
                <a:spcAft>
                  <a:spcPts val="0"/>
                </a:spcAft>
                <a:buClrTx/>
                <a:buSzTx/>
                <a:buFontTx/>
                <a:buNone/>
                <a:tabLst/>
                <a:defRPr/>
              </a:pPr>
              <a:t>2</a:t>
            </a:fld>
            <a:endParaRPr kumimoji="0" lang="en-US" sz="900" b="0" i="0" u="none" strike="noStrike" kern="0" cap="none" spc="0" normalizeH="0" baseline="0" noProof="0">
              <a:ln>
                <a:noFill/>
              </a:ln>
              <a:solidFill>
                <a:srgbClr val="009D00"/>
              </a:solidFill>
              <a:effectLst/>
              <a:uLnTx/>
              <a:uFillTx/>
              <a:latin typeface="Arial"/>
              <a:cs typeface="Arial"/>
              <a:sym typeface="Arial"/>
            </a:endParaRPr>
          </a:p>
        </p:txBody>
      </p:sp>
      <p:sp>
        <p:nvSpPr>
          <p:cNvPr id="3" name="TextBox 2">
            <a:extLst>
              <a:ext uri="{FF2B5EF4-FFF2-40B4-BE49-F238E27FC236}">
                <a16:creationId xmlns:a16="http://schemas.microsoft.com/office/drawing/2014/main" id="{FB23222B-5F10-3F4D-94FB-7622310E2F5F}"/>
              </a:ext>
            </a:extLst>
          </p:cNvPr>
          <p:cNvSpPr txBox="1"/>
          <p:nvPr/>
        </p:nvSpPr>
        <p:spPr>
          <a:xfrm>
            <a:off x="4886394" y="1414396"/>
            <a:ext cx="6977657" cy="14819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432" tIns="27432" rIns="27432" bIns="27432" numCol="1" spcCol="38100" rtlCol="0" anchor="t">
            <a:spAutoFit/>
          </a:bodyPr>
          <a:lstStyle/>
          <a:p>
            <a:pPr marL="0" marR="0" lvl="0" indent="0" algn="l" defTabSz="914400" rtl="0" eaLnBrk="1" fontAlgn="auto" latinLnBrk="0" hangingPunct="0">
              <a:lnSpc>
                <a:spcPct val="95000"/>
              </a:lnSpc>
              <a:spcBef>
                <a:spcPts val="0"/>
              </a:spcBef>
              <a:spcAft>
                <a:spcPts val="1200"/>
              </a:spcAft>
              <a:buClr>
                <a:srgbClr val="1B1A1F"/>
              </a:buClr>
              <a:buSzPts val="2400"/>
              <a:buFontTx/>
              <a:buNone/>
              <a:tabLst/>
              <a:defRPr/>
            </a:pPr>
            <a:r>
              <a:rPr kumimoji="0" lang="en-US" sz="1800" b="0" i="0" u="none" strike="noStrike" kern="0" cap="none" spc="0" normalizeH="0" baseline="0" noProof="0">
                <a:ln>
                  <a:noFill/>
                </a:ln>
                <a:solidFill>
                  <a:srgbClr val="009D00"/>
                </a:solidFill>
                <a:effectLst/>
                <a:uLnTx/>
                <a:uFillTx/>
                <a:latin typeface="Arial" panose="020B0604020202020204"/>
                <a:ea typeface="+mj-ea"/>
                <a:cs typeface="+mj-cs"/>
                <a:sym typeface="Calibri"/>
              </a:rPr>
              <a:t>A </a:t>
            </a:r>
            <a:r>
              <a:rPr kumimoji="0" lang="en-US" sz="1800" b="1" i="0" u="none" strike="noStrike" kern="0" cap="none" spc="0" normalizeH="0" baseline="0" noProof="0">
                <a:ln>
                  <a:noFill/>
                </a:ln>
                <a:solidFill>
                  <a:srgbClr val="009D00"/>
                </a:solidFill>
                <a:effectLst/>
                <a:uLnTx/>
                <a:uFillTx/>
                <a:latin typeface="Arial" panose="020B0604020202020204"/>
                <a:ea typeface="+mj-ea"/>
                <a:cs typeface="+mj-cs"/>
                <a:sym typeface="Calibri"/>
              </a:rPr>
              <a:t>Capture the Flag </a:t>
            </a:r>
            <a:r>
              <a:rPr kumimoji="0" lang="en-US" sz="1800" b="0" i="0" u="none" strike="noStrike" kern="0" cap="none" spc="0" normalizeH="0" baseline="0" noProof="0">
                <a:ln>
                  <a:noFill/>
                </a:ln>
                <a:solidFill>
                  <a:srgbClr val="009D00"/>
                </a:solidFill>
                <a:effectLst/>
                <a:uLnTx/>
                <a:uFillTx/>
                <a:latin typeface="Arial" panose="020B0604020202020204"/>
                <a:ea typeface="+mj-ea"/>
                <a:cs typeface="+mj-cs"/>
                <a:sym typeface="Calibri"/>
              </a:rPr>
              <a:t>challenge for security teams</a:t>
            </a:r>
            <a:endParaRPr kumimoji="0" lang="en-US" sz="1800" b="0" i="0" u="none" strike="noStrike" kern="0" cap="none" spc="0" normalizeH="0" baseline="0" noProof="0">
              <a:ln>
                <a:noFill/>
              </a:ln>
              <a:solidFill>
                <a:srgbClr val="1B1A1F"/>
              </a:solidFill>
              <a:effectLst/>
              <a:uLnTx/>
              <a:uFillTx/>
              <a:latin typeface="Arial" panose="020B0604020202020204"/>
              <a:ea typeface="+mj-ea"/>
              <a:cs typeface="+mj-cs"/>
              <a:sym typeface="Calibri"/>
            </a:endParaRP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Participants will compete head-to-head on security challenges using Exabeam Advanced Analytics and Threat Hunter modules.</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A virtual (in-person one day) event with duration of ~120 min</a:t>
            </a:r>
          </a:p>
        </p:txBody>
      </p:sp>
      <p:grpSp>
        <p:nvGrpSpPr>
          <p:cNvPr id="23" name="Group 22">
            <a:extLst>
              <a:ext uri="{FF2B5EF4-FFF2-40B4-BE49-F238E27FC236}">
                <a16:creationId xmlns:a16="http://schemas.microsoft.com/office/drawing/2014/main" id="{AB46A904-AD35-EB4A-B11D-54D8DD2E0159}"/>
              </a:ext>
            </a:extLst>
          </p:cNvPr>
          <p:cNvGrpSpPr/>
          <p:nvPr/>
        </p:nvGrpSpPr>
        <p:grpSpPr>
          <a:xfrm rot="16200000">
            <a:off x="474160" y="2479470"/>
            <a:ext cx="6229600" cy="1270661"/>
            <a:chOff x="2808515" y="0"/>
            <a:chExt cx="6229600" cy="1270661"/>
          </a:xfrm>
        </p:grpSpPr>
        <p:sp>
          <p:nvSpPr>
            <p:cNvPr id="40" name="Rectangle 39">
              <a:extLst>
                <a:ext uri="{FF2B5EF4-FFF2-40B4-BE49-F238E27FC236}">
                  <a16:creationId xmlns:a16="http://schemas.microsoft.com/office/drawing/2014/main" id="{5A081473-F790-5948-BF89-83CD29C0FCE9}"/>
                </a:ext>
              </a:extLst>
            </p:cNvPr>
            <p:cNvSpPr/>
            <p:nvPr/>
          </p:nvSpPr>
          <p:spPr>
            <a:xfrm>
              <a:off x="2808515" y="635330"/>
              <a:ext cx="1262742" cy="63533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sp>
          <p:nvSpPr>
            <p:cNvPr id="41" name="Rectangle 40">
              <a:extLst>
                <a:ext uri="{FF2B5EF4-FFF2-40B4-BE49-F238E27FC236}">
                  <a16:creationId xmlns:a16="http://schemas.microsoft.com/office/drawing/2014/main" id="{D543B97E-9235-304D-A184-5897B32CBDA0}"/>
                </a:ext>
              </a:extLst>
            </p:cNvPr>
            <p:cNvSpPr/>
            <p:nvPr/>
          </p:nvSpPr>
          <p:spPr>
            <a:xfrm flipH="1">
              <a:off x="4071257" y="0"/>
              <a:ext cx="642258" cy="63533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sp>
          <p:nvSpPr>
            <p:cNvPr id="42" name="Rectangle 41">
              <a:extLst>
                <a:ext uri="{FF2B5EF4-FFF2-40B4-BE49-F238E27FC236}">
                  <a16:creationId xmlns:a16="http://schemas.microsoft.com/office/drawing/2014/main" id="{FAE0E3BA-6FD3-0C45-BB7A-B83D638774AF}"/>
                </a:ext>
              </a:extLst>
            </p:cNvPr>
            <p:cNvSpPr/>
            <p:nvPr/>
          </p:nvSpPr>
          <p:spPr>
            <a:xfrm flipH="1">
              <a:off x="8395857" y="635331"/>
              <a:ext cx="642258" cy="635330"/>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grpSp>
      <p:sp>
        <p:nvSpPr>
          <p:cNvPr id="16" name="Rectangle 15">
            <a:extLst>
              <a:ext uri="{FF2B5EF4-FFF2-40B4-BE49-F238E27FC236}">
                <a16:creationId xmlns:a16="http://schemas.microsoft.com/office/drawing/2014/main" id="{8C2790A3-2654-0A40-810B-C4F959D73A15}"/>
              </a:ext>
            </a:extLst>
          </p:cNvPr>
          <p:cNvSpPr/>
          <p:nvPr/>
        </p:nvSpPr>
        <p:spPr>
          <a:xfrm>
            <a:off x="4857707" y="642259"/>
            <a:ext cx="1601166" cy="615553"/>
          </a:xfrm>
          <a:prstGeom prst="rect">
            <a:avLst/>
          </a:prstGeom>
          <a:solidFill>
            <a:schemeClr val="accent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91440" rIns="45719" bIns="91440" numCol="1" spcCol="38100" rtlCol="0"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rgbClr val="FFFFFF"/>
                </a:solidFill>
                <a:effectLst/>
                <a:uLnTx/>
                <a:uFillTx/>
                <a:latin typeface="Arial" panose="020B0604020202020204"/>
                <a:ea typeface="+mj-ea"/>
                <a:cs typeface="+mj-cs"/>
                <a:sym typeface="Calibri"/>
              </a:rPr>
              <a:t>What?</a:t>
            </a:r>
          </a:p>
        </p:txBody>
      </p:sp>
      <p:sp>
        <p:nvSpPr>
          <p:cNvPr id="18" name="Title 23">
            <a:extLst>
              <a:ext uri="{FF2B5EF4-FFF2-40B4-BE49-F238E27FC236}">
                <a16:creationId xmlns:a16="http://schemas.microsoft.com/office/drawing/2014/main" id="{567CD9DE-B58C-7B4F-BADC-CC2B76E52504}"/>
              </a:ext>
            </a:extLst>
          </p:cNvPr>
          <p:cNvSpPr txBox="1">
            <a:spLocks/>
          </p:cNvSpPr>
          <p:nvPr/>
        </p:nvSpPr>
        <p:spPr>
          <a:xfrm>
            <a:off x="695954" y="1994913"/>
            <a:ext cx="2830470" cy="14827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tIns="45720" rIns="45719" bIns="45720" anchor="ctr" anchorCtr="0">
            <a:noAutofit/>
          </a:bodyPr>
          <a:lstStyle>
            <a:lvl1pPr marL="0" marR="0" indent="0" algn="l" defTabSz="914400" rtl="0" eaLnBrk="1" latinLnBrk="0" hangingPunct="1">
              <a:lnSpc>
                <a:spcPct val="90000"/>
              </a:lnSpc>
              <a:spcBef>
                <a:spcPts val="0"/>
              </a:spcBef>
              <a:spcAft>
                <a:spcPts val="0"/>
              </a:spcAft>
              <a:buClrTx/>
              <a:buSzTx/>
              <a:buFontTx/>
              <a:buNone/>
              <a:tabLst/>
              <a:defRPr sz="3600" b="0" i="0" u="none" strike="noStrike" cap="none" spc="0" baseline="0">
                <a:solidFill>
                  <a:srgbClr val="000000"/>
                </a:solidFill>
                <a:uFillTx/>
                <a:latin typeface="Arial" panose="020B0604020202020204" pitchFamily="34" charset="0"/>
                <a:ea typeface="Arial" panose="020B0604020202020204" pitchFamily="34" charset="0"/>
                <a:cs typeface="Arial" panose="020B0604020202020204" pitchFamily="34" charset="0"/>
                <a:sym typeface="Calibri Light"/>
              </a:defRPr>
            </a:lvl1pPr>
            <a:lvl2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eaLnBrk="1" latinLnBrk="0" hangingPunct="1">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SG" sz="4800" b="0" i="0" u="none" strike="noStrike" kern="0" cap="none" spc="0" normalizeH="0" baseline="0" noProof="0" err="1">
                <a:ln>
                  <a:noFill/>
                </a:ln>
                <a:solidFill>
                  <a:srgbClr val="FFFFFF"/>
                </a:solidFill>
                <a:effectLst/>
                <a:uLnTx/>
                <a:uFillTx/>
                <a:latin typeface="Arial" panose="020B0604020202020204" pitchFamily="34" charset="0"/>
                <a:cs typeface="Arial" panose="020B0604020202020204" pitchFamily="34" charset="0"/>
                <a:sym typeface="Calibri Light"/>
              </a:rPr>
              <a:t>Exabeam</a:t>
            </a:r>
            <a:endParaRPr kumimoji="0" lang="en-SG" sz="48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sym typeface="Calibri Light"/>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SG" sz="4800" b="1" i="0" u="none" strike="noStrike" kern="0" cap="none" spc="0" normalizeH="0" baseline="0" noProof="0">
                <a:ln>
                  <a:noFill/>
                </a:ln>
                <a:solidFill>
                  <a:srgbClr val="FFFFFF"/>
                </a:solidFill>
                <a:effectLst/>
                <a:uLnTx/>
                <a:uFillTx/>
                <a:latin typeface="Arial"/>
                <a:cs typeface="Arial"/>
                <a:sym typeface="Calibri Light"/>
              </a:rPr>
              <a:t>Capture the Flag </a:t>
            </a:r>
            <a:endParaRPr kumimoji="0" lang="en-US" sz="4800" b="1"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sym typeface="Calibri Light"/>
            </a:endParaRPr>
          </a:p>
        </p:txBody>
      </p:sp>
      <p:sp>
        <p:nvSpPr>
          <p:cNvPr id="22" name="Rectangle 21">
            <a:extLst>
              <a:ext uri="{FF2B5EF4-FFF2-40B4-BE49-F238E27FC236}">
                <a16:creationId xmlns:a16="http://schemas.microsoft.com/office/drawing/2014/main" id="{EDAB398A-2AA7-EC4B-B4D4-257794E09ECB}"/>
              </a:ext>
            </a:extLst>
          </p:cNvPr>
          <p:cNvSpPr/>
          <p:nvPr/>
        </p:nvSpPr>
        <p:spPr>
          <a:xfrm>
            <a:off x="4857707" y="3052924"/>
            <a:ext cx="1601166" cy="615553"/>
          </a:xfrm>
          <a:prstGeom prst="rect">
            <a:avLst/>
          </a:prstGeom>
          <a:solidFill>
            <a:schemeClr val="accent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91440" rIns="45719" bIns="91440" numCol="1" spcCol="38100" rtlCol="0" anchor="ctr">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rgbClr val="FFFFFF"/>
                </a:solidFill>
                <a:effectLst/>
                <a:uLnTx/>
                <a:uFillTx/>
                <a:latin typeface="Arial" panose="020B0604020202020204"/>
                <a:ea typeface="+mj-ea"/>
                <a:cs typeface="+mj-cs"/>
                <a:sym typeface="Calibri"/>
              </a:rPr>
              <a:t>Why?</a:t>
            </a:r>
          </a:p>
        </p:txBody>
      </p:sp>
      <p:sp>
        <p:nvSpPr>
          <p:cNvPr id="25" name="TextBox 24">
            <a:extLst>
              <a:ext uri="{FF2B5EF4-FFF2-40B4-BE49-F238E27FC236}">
                <a16:creationId xmlns:a16="http://schemas.microsoft.com/office/drawing/2014/main" id="{7C91580C-F190-F24E-BB70-CF7B8F16D798}"/>
              </a:ext>
            </a:extLst>
          </p:cNvPr>
          <p:cNvSpPr txBox="1"/>
          <p:nvPr/>
        </p:nvSpPr>
        <p:spPr>
          <a:xfrm>
            <a:off x="4886394" y="3851330"/>
            <a:ext cx="6977657" cy="28792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432" tIns="27432" rIns="27432" bIns="27432" numCol="1" spcCol="38100" rtlCol="0" anchor="t">
            <a:spAutoFit/>
          </a:bodyPr>
          <a:lstStyle/>
          <a:p>
            <a:pPr marL="0" marR="0" lvl="0" indent="0" algn="l" defTabSz="914400" rtl="0" eaLnBrk="1" fontAlgn="auto" latinLnBrk="0" hangingPunct="0">
              <a:lnSpc>
                <a:spcPct val="95000"/>
              </a:lnSpc>
              <a:spcBef>
                <a:spcPts val="0"/>
              </a:spcBef>
              <a:spcAft>
                <a:spcPts val="1200"/>
              </a:spcAft>
              <a:buClr>
                <a:srgbClr val="1B1A1F"/>
              </a:buClr>
              <a:buSzPts val="2400"/>
              <a:buFontTx/>
              <a:buNone/>
              <a:tabLst/>
              <a:defRPr/>
            </a:pPr>
            <a:r>
              <a:rPr kumimoji="0" lang="en-US" sz="1800" b="0" i="0" u="none" strike="noStrike" kern="0" cap="none" spc="0" normalizeH="0" baseline="0" noProof="0">
                <a:ln>
                  <a:noFill/>
                </a:ln>
                <a:solidFill>
                  <a:srgbClr val="009D00"/>
                </a:solidFill>
                <a:effectLst/>
                <a:uLnTx/>
                <a:uFillTx/>
                <a:latin typeface="Arial" panose="020B0604020202020204"/>
                <a:ea typeface="+mj-ea"/>
                <a:cs typeface="+mj-cs"/>
                <a:sym typeface="Calibri"/>
              </a:rPr>
              <a:t>What participants can achieve from Capture the Flag?</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Get familiarized with Exabeam Advanced Analytics features.</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Learn Threat Hunting and Investigations using </a:t>
            </a:r>
            <a:b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b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Exabeam Advanced Analytics.</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Explore advanced features like Data and Behavioral Modeling</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r>
              <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rPr>
              <a:t>To summarize, participants will explore and get familiarized with Exabeam Advanced Analytics features in a fun-filled way!</a:t>
            </a:r>
          </a:p>
          <a:p>
            <a:pPr marL="285750" marR="0" lvl="0" indent="-285750" algn="l" defTabSz="914400" rtl="0" eaLnBrk="1" fontAlgn="auto" latinLnBrk="0" hangingPunct="0">
              <a:lnSpc>
                <a:spcPct val="95000"/>
              </a:lnSpc>
              <a:spcBef>
                <a:spcPts val="0"/>
              </a:spcBef>
              <a:spcAft>
                <a:spcPts val="1200"/>
              </a:spcAft>
              <a:buClr>
                <a:srgbClr val="1B1A1F"/>
              </a:buClr>
              <a:buSzPts val="1980"/>
              <a:buFont typeface="Arial" panose="020B0604020202020204" pitchFamily="34" charset="0"/>
              <a:buChar char="•"/>
              <a:tabLst/>
              <a:defRPr/>
            </a:pPr>
            <a:endParaRPr kumimoji="0" lang="en-US" sz="1600" b="0" i="0" u="none" strike="noStrike" kern="0" cap="none" spc="0" normalizeH="0" baseline="0" noProof="0">
              <a:ln>
                <a:noFill/>
              </a:ln>
              <a:solidFill>
                <a:srgbClr val="1B1A1F"/>
              </a:solidFill>
              <a:effectLst/>
              <a:uLnTx/>
              <a:uFillTx/>
              <a:latin typeface="Arial" panose="020B0604020202020204"/>
              <a:ea typeface="+mj-ea"/>
              <a:cs typeface="+mj-cs"/>
              <a:sym typeface="Calibri"/>
            </a:endParaRPr>
          </a:p>
        </p:txBody>
      </p:sp>
    </p:spTree>
    <p:extLst>
      <p:ext uri="{BB962C8B-B14F-4D97-AF65-F5344CB8AC3E}">
        <p14:creationId xmlns:p14="http://schemas.microsoft.com/office/powerpoint/2010/main" val="293231124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58C86-3A91-4D4A-839E-360E7B6A4ED4}"/>
              </a:ext>
            </a:extLst>
          </p:cNvPr>
          <p:cNvSpPr>
            <a:spLocks noGrp="1"/>
          </p:cNvSpPr>
          <p:nvPr>
            <p:ph type="title"/>
          </p:nvPr>
        </p:nvSpPr>
        <p:spPr>
          <a:xfrm>
            <a:off x="558089" y="120142"/>
            <a:ext cx="11225871" cy="848573"/>
          </a:xfrm>
        </p:spPr>
        <p:txBody>
          <a:bodyPr/>
          <a:lstStyle/>
          <a:p>
            <a:r>
              <a:rPr lang="en-US" b="0" dirty="0"/>
              <a:t>The Exabeam Difference</a:t>
            </a:r>
          </a:p>
        </p:txBody>
      </p:sp>
      <p:sp>
        <p:nvSpPr>
          <p:cNvPr id="4" name="Slide Number Placeholder 3">
            <a:extLst>
              <a:ext uri="{FF2B5EF4-FFF2-40B4-BE49-F238E27FC236}">
                <a16:creationId xmlns:a16="http://schemas.microsoft.com/office/drawing/2014/main" id="{CDCC27E0-76EE-4E4A-A357-8BD80A3C47E5}"/>
              </a:ext>
            </a:extLst>
          </p:cNvPr>
          <p:cNvSpPr>
            <a:spLocks noGrp="1"/>
          </p:cNvSpPr>
          <p:nvPr>
            <p:ph type="sldNum" sz="quarter" idx="4"/>
          </p:nvPr>
        </p:nvSpPr>
        <p:spPr/>
        <p:txBody>
          <a:bodyPr/>
          <a:lstStyle/>
          <a:p>
            <a:fld id="{CAD4E159-DA56-4174-ADE5-0B793815410F}" type="slidenum">
              <a:rPr lang="en-US" smtClean="0"/>
              <a:pPr/>
              <a:t>3</a:t>
            </a:fld>
            <a:endParaRPr lang="en-US" dirty="0"/>
          </a:p>
        </p:txBody>
      </p:sp>
      <p:sp>
        <p:nvSpPr>
          <p:cNvPr id="5" name="Footer Placeholder 4">
            <a:extLst>
              <a:ext uri="{FF2B5EF4-FFF2-40B4-BE49-F238E27FC236}">
                <a16:creationId xmlns:a16="http://schemas.microsoft.com/office/drawing/2014/main" id="{C8C75431-FC63-684B-A90D-EAB8CE71917B}"/>
              </a:ext>
            </a:extLst>
          </p:cNvPr>
          <p:cNvSpPr>
            <a:spLocks noGrp="1"/>
          </p:cNvSpPr>
          <p:nvPr>
            <p:ph type="ftr" sz="quarter" idx="3"/>
          </p:nvPr>
        </p:nvSpPr>
        <p:spPr/>
        <p:txBody>
          <a:bodyPr/>
          <a:lstStyle/>
          <a:p>
            <a:r>
              <a:rPr lang="en-US" dirty="0"/>
              <a:t>Copyright © 2020 Exabeam, Inc. All Rights Reserved. CONFIDENTIAL.</a:t>
            </a:r>
          </a:p>
        </p:txBody>
      </p:sp>
      <p:grpSp>
        <p:nvGrpSpPr>
          <p:cNvPr id="3" name="Group 2">
            <a:extLst>
              <a:ext uri="{FF2B5EF4-FFF2-40B4-BE49-F238E27FC236}">
                <a16:creationId xmlns:a16="http://schemas.microsoft.com/office/drawing/2014/main" id="{CCFF9EB1-2D99-4B62-8678-E98100675BDD}"/>
              </a:ext>
            </a:extLst>
          </p:cNvPr>
          <p:cNvGrpSpPr/>
          <p:nvPr/>
        </p:nvGrpSpPr>
        <p:grpSpPr>
          <a:xfrm>
            <a:off x="1019175" y="1643852"/>
            <a:ext cx="3087124" cy="3881622"/>
            <a:chOff x="1278100" y="1424396"/>
            <a:chExt cx="3087124" cy="3881622"/>
          </a:xfrm>
        </p:grpSpPr>
        <p:sp>
          <p:nvSpPr>
            <p:cNvPr id="9" name="Rectangle 8">
              <a:extLst>
                <a:ext uri="{FF2B5EF4-FFF2-40B4-BE49-F238E27FC236}">
                  <a16:creationId xmlns:a16="http://schemas.microsoft.com/office/drawing/2014/main" id="{73264C5D-9EEF-D247-8704-16C203190FF9}"/>
                </a:ext>
              </a:extLst>
            </p:cNvPr>
            <p:cNvSpPr/>
            <p:nvPr/>
          </p:nvSpPr>
          <p:spPr>
            <a:xfrm>
              <a:off x="1438181" y="4336522"/>
              <a:ext cx="2753627" cy="969496"/>
            </a:xfrm>
            <a:prstGeom prst="rect">
              <a:avLst/>
            </a:prstGeom>
          </p:spPr>
          <p:txBody>
            <a:bodyPr wrap="square">
              <a:spAutoFit/>
            </a:bodyPr>
            <a:lstStyle/>
            <a:p>
              <a:pPr algn="ctr">
                <a:lnSpc>
                  <a:spcPct val="95000"/>
                </a:lnSpc>
              </a:pPr>
              <a:r>
                <a:rPr lang="en-US" sz="2000" dirty="0">
                  <a:solidFill>
                    <a:srgbClr val="514E5D"/>
                  </a:solidFill>
                </a:rPr>
                <a:t>Automate the whole SOC workflow, not just detection and response</a:t>
              </a:r>
            </a:p>
          </p:txBody>
        </p:sp>
        <p:sp>
          <p:nvSpPr>
            <p:cNvPr id="20" name="TextBox 19">
              <a:extLst>
                <a:ext uri="{FF2B5EF4-FFF2-40B4-BE49-F238E27FC236}">
                  <a16:creationId xmlns:a16="http://schemas.microsoft.com/office/drawing/2014/main" id="{E65E07D8-0FCE-4AD4-8C66-1AE8DE36A2E1}"/>
                </a:ext>
              </a:extLst>
            </p:cNvPr>
            <p:cNvSpPr txBox="1"/>
            <p:nvPr/>
          </p:nvSpPr>
          <p:spPr bwMode="auto">
            <a:xfrm>
              <a:off x="1278100" y="1424396"/>
              <a:ext cx="3087124" cy="609398"/>
            </a:xfrm>
            <a:prstGeom prst="rect">
              <a:avLst/>
            </a:prstGeom>
            <a:noFill/>
            <a:ln w="9525">
              <a:noFill/>
              <a:miter lim="800000"/>
              <a:headEnd/>
              <a:tailEnd/>
            </a:ln>
            <a:effectLst/>
          </p:spPr>
          <p:txBody>
            <a:bodyPr wrap="square" lIns="27432" tIns="27432" rIns="27432" bIns="27432" rtlCol="0">
              <a:spAutoFit/>
            </a:bodyPr>
            <a:lstStyle/>
            <a:p>
              <a:pPr algn="ctr">
                <a:lnSpc>
                  <a:spcPct val="90000"/>
                </a:lnSpc>
              </a:pPr>
              <a:r>
                <a:rPr lang="en-US" sz="2000" dirty="0">
                  <a:latin typeface="+mj-lt"/>
                </a:rPr>
                <a:t>Automate Triage and Investigation</a:t>
              </a:r>
            </a:p>
          </p:txBody>
        </p:sp>
      </p:grpSp>
      <p:grpSp>
        <p:nvGrpSpPr>
          <p:cNvPr id="8" name="Group 7">
            <a:extLst>
              <a:ext uri="{FF2B5EF4-FFF2-40B4-BE49-F238E27FC236}">
                <a16:creationId xmlns:a16="http://schemas.microsoft.com/office/drawing/2014/main" id="{7D64F3B0-54C1-4D82-8A63-9ACF67F1FB3D}"/>
              </a:ext>
            </a:extLst>
          </p:cNvPr>
          <p:cNvGrpSpPr/>
          <p:nvPr/>
        </p:nvGrpSpPr>
        <p:grpSpPr>
          <a:xfrm>
            <a:off x="8143465" y="1643852"/>
            <a:ext cx="2996248" cy="3876573"/>
            <a:chOff x="7656577" y="1424396"/>
            <a:chExt cx="2996248" cy="3876573"/>
          </a:xfrm>
        </p:grpSpPr>
        <p:sp>
          <p:nvSpPr>
            <p:cNvPr id="13" name="Rectangle 12">
              <a:extLst>
                <a:ext uri="{FF2B5EF4-FFF2-40B4-BE49-F238E27FC236}">
                  <a16:creationId xmlns:a16="http://schemas.microsoft.com/office/drawing/2014/main" id="{99017F8D-CBF7-7B4D-9E15-9F302E8897F1}"/>
                </a:ext>
              </a:extLst>
            </p:cNvPr>
            <p:cNvSpPr/>
            <p:nvPr/>
          </p:nvSpPr>
          <p:spPr>
            <a:xfrm>
              <a:off x="7656577" y="4331473"/>
              <a:ext cx="2996248" cy="969496"/>
            </a:xfrm>
            <a:prstGeom prst="rect">
              <a:avLst/>
            </a:prstGeom>
          </p:spPr>
          <p:txBody>
            <a:bodyPr wrap="square">
              <a:spAutoFit/>
            </a:bodyPr>
            <a:lstStyle/>
            <a:p>
              <a:pPr algn="ctr">
                <a:lnSpc>
                  <a:spcPct val="95000"/>
                </a:lnSpc>
              </a:pPr>
              <a:r>
                <a:rPr lang="en-US" sz="2000" dirty="0">
                  <a:solidFill>
                    <a:srgbClr val="514E5D"/>
                  </a:solidFill>
                </a:rPr>
                <a:t>Modernize your SOC by building on your existing SIEM investment</a:t>
              </a:r>
            </a:p>
          </p:txBody>
        </p:sp>
        <p:sp>
          <p:nvSpPr>
            <p:cNvPr id="26" name="TextBox 25">
              <a:extLst>
                <a:ext uri="{FF2B5EF4-FFF2-40B4-BE49-F238E27FC236}">
                  <a16:creationId xmlns:a16="http://schemas.microsoft.com/office/drawing/2014/main" id="{553C4580-7022-44C4-9E89-3E1B86A4299D}"/>
                </a:ext>
              </a:extLst>
            </p:cNvPr>
            <p:cNvSpPr txBox="1"/>
            <p:nvPr/>
          </p:nvSpPr>
          <p:spPr bwMode="auto">
            <a:xfrm>
              <a:off x="7713886" y="1424396"/>
              <a:ext cx="2610889" cy="609398"/>
            </a:xfrm>
            <a:prstGeom prst="rect">
              <a:avLst/>
            </a:prstGeom>
            <a:noFill/>
            <a:ln w="9525">
              <a:noFill/>
              <a:miter lim="800000"/>
              <a:headEnd/>
              <a:tailEnd/>
            </a:ln>
            <a:effectLst/>
          </p:spPr>
          <p:txBody>
            <a:bodyPr wrap="square" lIns="27432" tIns="27432" rIns="27432" bIns="27432" rtlCol="0">
              <a:spAutoFit/>
            </a:bodyPr>
            <a:lstStyle/>
            <a:p>
              <a:pPr algn="ctr">
                <a:lnSpc>
                  <a:spcPct val="90000"/>
                </a:lnSpc>
              </a:pPr>
              <a:r>
                <a:rPr lang="en-US" sz="2000" dirty="0">
                  <a:latin typeface="+mj-lt"/>
                </a:rPr>
                <a:t>Augment Legacy Security Tools</a:t>
              </a:r>
            </a:p>
          </p:txBody>
        </p:sp>
      </p:grpSp>
      <p:cxnSp>
        <p:nvCxnSpPr>
          <p:cNvPr id="27" name="Straight Connector 26">
            <a:extLst>
              <a:ext uri="{FF2B5EF4-FFF2-40B4-BE49-F238E27FC236}">
                <a16:creationId xmlns:a16="http://schemas.microsoft.com/office/drawing/2014/main" id="{6D39C963-BB06-4795-A1F2-8E71D7C18260}"/>
              </a:ext>
            </a:extLst>
          </p:cNvPr>
          <p:cNvCxnSpPr/>
          <p:nvPr/>
        </p:nvCxnSpPr>
        <p:spPr>
          <a:xfrm>
            <a:off x="512720" y="4316070"/>
            <a:ext cx="11059031" cy="0"/>
          </a:xfrm>
          <a:prstGeom prst="line">
            <a:avLst/>
          </a:prstGeom>
          <a:ln w="952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D79D1B3-4013-4100-B8B3-BE9A4D9CBCB9}"/>
              </a:ext>
            </a:extLst>
          </p:cNvPr>
          <p:cNvCxnSpPr/>
          <p:nvPr/>
        </p:nvCxnSpPr>
        <p:spPr>
          <a:xfrm>
            <a:off x="494538" y="5747180"/>
            <a:ext cx="11059031" cy="0"/>
          </a:xfrm>
          <a:prstGeom prst="line">
            <a:avLst/>
          </a:prstGeom>
          <a:ln w="9525" cap="rnd">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46553A88-9B0B-44D1-91AA-AF98C266D6DC}"/>
              </a:ext>
            </a:extLst>
          </p:cNvPr>
          <p:cNvGrpSpPr/>
          <p:nvPr/>
        </p:nvGrpSpPr>
        <p:grpSpPr>
          <a:xfrm>
            <a:off x="4129702" y="1643852"/>
            <a:ext cx="3556971" cy="3871264"/>
            <a:chOff x="4470787" y="1424397"/>
            <a:chExt cx="2892487" cy="3871264"/>
          </a:xfrm>
        </p:grpSpPr>
        <p:sp>
          <p:nvSpPr>
            <p:cNvPr id="33" name="Rectangle 32">
              <a:extLst>
                <a:ext uri="{FF2B5EF4-FFF2-40B4-BE49-F238E27FC236}">
                  <a16:creationId xmlns:a16="http://schemas.microsoft.com/office/drawing/2014/main" id="{3BC73407-0E6B-4D35-AFFF-83C6C236671D}"/>
                </a:ext>
              </a:extLst>
            </p:cNvPr>
            <p:cNvSpPr/>
            <p:nvPr/>
          </p:nvSpPr>
          <p:spPr>
            <a:xfrm>
              <a:off x="4932044" y="4326165"/>
              <a:ext cx="2114682" cy="969496"/>
            </a:xfrm>
            <a:prstGeom prst="rect">
              <a:avLst/>
            </a:prstGeom>
          </p:spPr>
          <p:txBody>
            <a:bodyPr wrap="square">
              <a:spAutoFit/>
            </a:bodyPr>
            <a:lstStyle/>
            <a:p>
              <a:pPr algn="ctr">
                <a:lnSpc>
                  <a:spcPct val="95000"/>
                </a:lnSpc>
              </a:pPr>
              <a:r>
                <a:rPr lang="en-US" sz="2000" dirty="0">
                  <a:solidFill>
                    <a:srgbClr val="514E5D"/>
                  </a:solidFill>
                </a:rPr>
                <a:t>Identify attackers even when they mimic legit user activity</a:t>
              </a:r>
            </a:p>
          </p:txBody>
        </p:sp>
        <p:sp>
          <p:nvSpPr>
            <p:cNvPr id="35" name="TextBox 34">
              <a:extLst>
                <a:ext uri="{FF2B5EF4-FFF2-40B4-BE49-F238E27FC236}">
                  <a16:creationId xmlns:a16="http://schemas.microsoft.com/office/drawing/2014/main" id="{F4059D38-99C4-4665-8862-4395B01599FF}"/>
                </a:ext>
              </a:extLst>
            </p:cNvPr>
            <p:cNvSpPr txBox="1"/>
            <p:nvPr/>
          </p:nvSpPr>
          <p:spPr bwMode="auto">
            <a:xfrm>
              <a:off x="4470787" y="1424397"/>
              <a:ext cx="2892487" cy="609398"/>
            </a:xfrm>
            <a:prstGeom prst="rect">
              <a:avLst/>
            </a:prstGeom>
            <a:noFill/>
            <a:ln w="9525">
              <a:noFill/>
              <a:miter lim="800000"/>
              <a:headEnd/>
              <a:tailEnd/>
            </a:ln>
            <a:effectLst/>
          </p:spPr>
          <p:txBody>
            <a:bodyPr wrap="square" lIns="27432" tIns="27432" rIns="27432" bIns="27432" rtlCol="0">
              <a:spAutoFit/>
            </a:bodyPr>
            <a:lstStyle/>
            <a:p>
              <a:pPr algn="ctr">
                <a:lnSpc>
                  <a:spcPct val="90000"/>
                </a:lnSpc>
              </a:pPr>
              <a:r>
                <a:rPr lang="en-US" sz="2000" dirty="0">
                  <a:latin typeface="+mj-lt"/>
                </a:rPr>
                <a:t>Gain Visibility into Insider Threats and Compromised Credentials</a:t>
              </a:r>
            </a:p>
          </p:txBody>
        </p:sp>
      </p:grpSp>
      <p:pic>
        <p:nvPicPr>
          <p:cNvPr id="29" name="Graphic 28" descr="Puzzle pieces">
            <a:extLst>
              <a:ext uri="{FF2B5EF4-FFF2-40B4-BE49-F238E27FC236}">
                <a16:creationId xmlns:a16="http://schemas.microsoft.com/office/drawing/2014/main" id="{D96AC096-E7D5-9E4A-B00B-B607DC4496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80053" y="2763499"/>
            <a:ext cx="914400" cy="914400"/>
          </a:xfrm>
          <a:prstGeom prst="rect">
            <a:avLst/>
          </a:prstGeom>
        </p:spPr>
      </p:pic>
      <p:pic>
        <p:nvPicPr>
          <p:cNvPr id="23" name="Graphic 22" descr="Server">
            <a:extLst>
              <a:ext uri="{FF2B5EF4-FFF2-40B4-BE49-F238E27FC236}">
                <a16:creationId xmlns:a16="http://schemas.microsoft.com/office/drawing/2014/main" id="{1BE55A40-D82F-6643-A9A6-D904435787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05537" y="2831093"/>
            <a:ext cx="914400" cy="914400"/>
          </a:xfrm>
          <a:prstGeom prst="rect">
            <a:avLst/>
          </a:prstGeom>
        </p:spPr>
      </p:pic>
      <p:pic>
        <p:nvPicPr>
          <p:cNvPr id="25" name="Graphic 24" descr="Binoculars">
            <a:extLst>
              <a:ext uri="{FF2B5EF4-FFF2-40B4-BE49-F238E27FC236}">
                <a16:creationId xmlns:a16="http://schemas.microsoft.com/office/drawing/2014/main" id="{B046C06B-1784-8B47-A041-534C6520B7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6379" y="2825320"/>
            <a:ext cx="914400" cy="914400"/>
          </a:xfrm>
          <a:prstGeom prst="rect">
            <a:avLst/>
          </a:prstGeom>
        </p:spPr>
      </p:pic>
      <p:grpSp>
        <p:nvGrpSpPr>
          <p:cNvPr id="34" name="Group 33">
            <a:extLst>
              <a:ext uri="{FF2B5EF4-FFF2-40B4-BE49-F238E27FC236}">
                <a16:creationId xmlns:a16="http://schemas.microsoft.com/office/drawing/2014/main" id="{E4984286-D477-EC41-B68B-27627C4ABB93}"/>
              </a:ext>
            </a:extLst>
          </p:cNvPr>
          <p:cNvGrpSpPr/>
          <p:nvPr/>
        </p:nvGrpSpPr>
        <p:grpSpPr>
          <a:xfrm>
            <a:off x="5242237" y="2578843"/>
            <a:ext cx="1422684" cy="1407354"/>
            <a:chOff x="5349112" y="2626343"/>
            <a:chExt cx="1422684" cy="1407354"/>
          </a:xfrm>
        </p:grpSpPr>
        <p:sp>
          <p:nvSpPr>
            <p:cNvPr id="36" name="Freeform: Shape 35">
              <a:extLst>
                <a:ext uri="{FF2B5EF4-FFF2-40B4-BE49-F238E27FC236}">
                  <a16:creationId xmlns:a16="http://schemas.microsoft.com/office/drawing/2014/main" id="{8D4B698A-1DBD-5F4A-85E2-E601A7338594}"/>
                </a:ext>
              </a:extLst>
            </p:cNvPr>
            <p:cNvSpPr/>
            <p:nvPr/>
          </p:nvSpPr>
          <p:spPr>
            <a:xfrm>
              <a:off x="5376471" y="2653408"/>
              <a:ext cx="1367966" cy="1353225"/>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chemeClr val="tx2">
                <a:lumMod val="40000"/>
                <a:lumOff val="60000"/>
              </a:schemeClr>
            </a:solidFill>
            <a:ln w="76200" cap="flat">
              <a:solidFill>
                <a:schemeClr val="tx2">
                  <a:lumMod val="20000"/>
                  <a:lumOff val="80000"/>
                </a:schemeClr>
              </a:solidFill>
              <a:prstDash val="solid"/>
              <a:miter/>
            </a:ln>
          </p:spPr>
          <p:txBody>
            <a:bodyPr rtlCol="0" anchor="ctr"/>
            <a:lstStyle/>
            <a:p>
              <a:endParaRPr lang="en-US"/>
            </a:p>
          </p:txBody>
        </p:sp>
        <p:sp>
          <p:nvSpPr>
            <p:cNvPr id="37" name="Freeform: Shape 40">
              <a:extLst>
                <a:ext uri="{FF2B5EF4-FFF2-40B4-BE49-F238E27FC236}">
                  <a16:creationId xmlns:a16="http://schemas.microsoft.com/office/drawing/2014/main" id="{C309611C-A83D-D942-ADE9-5E59EE2BB832}"/>
                </a:ext>
              </a:extLst>
            </p:cNvPr>
            <p:cNvSpPr>
              <a:spLocks noChangeAspect="1"/>
            </p:cNvSpPr>
            <p:nvPr/>
          </p:nvSpPr>
          <p:spPr>
            <a:xfrm>
              <a:off x="5349112" y="2626343"/>
              <a:ext cx="1422684" cy="1407354"/>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rgbClr val="6ABA4F"/>
            </a:solidFill>
            <a:ln w="9525" cap="flat">
              <a:noFill/>
              <a:prstDash val="solid"/>
              <a:miter/>
            </a:ln>
          </p:spPr>
          <p:txBody>
            <a:bodyPr rtlCol="0" anchor="ctr"/>
            <a:lstStyle/>
            <a:p>
              <a:endParaRPr lang="en-US" baseline="-25000"/>
            </a:p>
          </p:txBody>
        </p:sp>
      </p:grpSp>
      <p:grpSp>
        <p:nvGrpSpPr>
          <p:cNvPr id="38" name="Group 37">
            <a:extLst>
              <a:ext uri="{FF2B5EF4-FFF2-40B4-BE49-F238E27FC236}">
                <a16:creationId xmlns:a16="http://schemas.microsoft.com/office/drawing/2014/main" id="{7C4D9599-D50A-EC44-9DFC-63601B1F66D8}"/>
              </a:ext>
            </a:extLst>
          </p:cNvPr>
          <p:cNvGrpSpPr/>
          <p:nvPr/>
        </p:nvGrpSpPr>
        <p:grpSpPr>
          <a:xfrm>
            <a:off x="1844591" y="2578843"/>
            <a:ext cx="1422684" cy="1407354"/>
            <a:chOff x="1844589" y="2626343"/>
            <a:chExt cx="1422684" cy="1407354"/>
          </a:xfrm>
        </p:grpSpPr>
        <p:sp>
          <p:nvSpPr>
            <p:cNvPr id="39" name="Freeform: Shape 29">
              <a:extLst>
                <a:ext uri="{FF2B5EF4-FFF2-40B4-BE49-F238E27FC236}">
                  <a16:creationId xmlns:a16="http://schemas.microsoft.com/office/drawing/2014/main" id="{6DAAC625-3207-9940-99E2-DBE9257A1074}"/>
                </a:ext>
              </a:extLst>
            </p:cNvPr>
            <p:cNvSpPr/>
            <p:nvPr/>
          </p:nvSpPr>
          <p:spPr>
            <a:xfrm>
              <a:off x="1871948" y="2653408"/>
              <a:ext cx="1367966" cy="1353225"/>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chemeClr val="tx2">
                <a:lumMod val="40000"/>
                <a:lumOff val="60000"/>
              </a:schemeClr>
            </a:solidFill>
            <a:ln w="76200" cap="flat">
              <a:solidFill>
                <a:schemeClr val="tx2">
                  <a:lumMod val="20000"/>
                  <a:lumOff val="80000"/>
                </a:schemeClr>
              </a:solidFill>
              <a:prstDash val="solid"/>
              <a:miter/>
            </a:ln>
          </p:spPr>
          <p:txBody>
            <a:bodyPr rtlCol="0" anchor="ctr"/>
            <a:lstStyle/>
            <a:p>
              <a:endParaRPr lang="en-US"/>
            </a:p>
          </p:txBody>
        </p:sp>
        <p:sp>
          <p:nvSpPr>
            <p:cNvPr id="40" name="Freeform: Shape 41">
              <a:extLst>
                <a:ext uri="{FF2B5EF4-FFF2-40B4-BE49-F238E27FC236}">
                  <a16:creationId xmlns:a16="http://schemas.microsoft.com/office/drawing/2014/main" id="{FE602691-5B00-7C4F-BCD0-B7B51428621D}"/>
                </a:ext>
              </a:extLst>
            </p:cNvPr>
            <p:cNvSpPr>
              <a:spLocks noChangeAspect="1"/>
            </p:cNvSpPr>
            <p:nvPr/>
          </p:nvSpPr>
          <p:spPr>
            <a:xfrm>
              <a:off x="1844589" y="2626343"/>
              <a:ext cx="1422684" cy="1407354"/>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rgbClr val="6ABA4F"/>
            </a:solidFill>
            <a:ln w="9525" cap="flat">
              <a:noFill/>
              <a:prstDash val="solid"/>
              <a:miter/>
            </a:ln>
          </p:spPr>
          <p:txBody>
            <a:bodyPr rtlCol="0" anchor="ctr"/>
            <a:lstStyle/>
            <a:p>
              <a:endParaRPr lang="en-US" baseline="-25000"/>
            </a:p>
          </p:txBody>
        </p:sp>
      </p:grpSp>
      <p:grpSp>
        <p:nvGrpSpPr>
          <p:cNvPr id="41" name="Group 40">
            <a:extLst>
              <a:ext uri="{FF2B5EF4-FFF2-40B4-BE49-F238E27FC236}">
                <a16:creationId xmlns:a16="http://schemas.microsoft.com/office/drawing/2014/main" id="{8C3619C0-234F-4749-B0E6-166B6B9BFBEA}"/>
              </a:ext>
            </a:extLst>
          </p:cNvPr>
          <p:cNvGrpSpPr/>
          <p:nvPr/>
        </p:nvGrpSpPr>
        <p:grpSpPr>
          <a:xfrm>
            <a:off x="8822764" y="2578843"/>
            <a:ext cx="1422684" cy="1407354"/>
            <a:chOff x="8977139" y="2626343"/>
            <a:chExt cx="1422684" cy="1407354"/>
          </a:xfrm>
        </p:grpSpPr>
        <p:sp>
          <p:nvSpPr>
            <p:cNvPr id="42" name="Freeform: Shape 38">
              <a:extLst>
                <a:ext uri="{FF2B5EF4-FFF2-40B4-BE49-F238E27FC236}">
                  <a16:creationId xmlns:a16="http://schemas.microsoft.com/office/drawing/2014/main" id="{9979C3C6-A744-8545-B368-AD5030F2C152}"/>
                </a:ext>
              </a:extLst>
            </p:cNvPr>
            <p:cNvSpPr/>
            <p:nvPr/>
          </p:nvSpPr>
          <p:spPr>
            <a:xfrm>
              <a:off x="9004498" y="2653408"/>
              <a:ext cx="1367966" cy="1353225"/>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chemeClr val="tx2">
                <a:lumMod val="40000"/>
                <a:lumOff val="60000"/>
              </a:schemeClr>
            </a:solidFill>
            <a:ln w="76200" cap="flat">
              <a:solidFill>
                <a:schemeClr val="tx2">
                  <a:lumMod val="20000"/>
                  <a:lumOff val="80000"/>
                </a:schemeClr>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ECE1442-D1F8-7E4E-8AF7-A00E8E9E9FB9}"/>
                </a:ext>
              </a:extLst>
            </p:cNvPr>
            <p:cNvSpPr>
              <a:spLocks noChangeAspect="1"/>
            </p:cNvSpPr>
            <p:nvPr/>
          </p:nvSpPr>
          <p:spPr>
            <a:xfrm>
              <a:off x="8977139" y="2626343"/>
              <a:ext cx="1422684" cy="1407354"/>
            </a:xfrm>
            <a:custGeom>
              <a:avLst/>
              <a:gdLst>
                <a:gd name="connsiteX0" fmla="*/ 437579 w 875061"/>
                <a:gd name="connsiteY0" fmla="*/ 865632 h 865631"/>
                <a:gd name="connsiteX1" fmla="*/ 0 w 875061"/>
                <a:gd name="connsiteY1" fmla="*/ 432625 h 865631"/>
                <a:gd name="connsiteX2" fmla="*/ 437579 w 875061"/>
                <a:gd name="connsiteY2" fmla="*/ 0 h 865631"/>
                <a:gd name="connsiteX3" fmla="*/ 875062 w 875061"/>
                <a:gd name="connsiteY3" fmla="*/ 433007 h 865631"/>
                <a:gd name="connsiteX4" fmla="*/ 437579 w 875061"/>
                <a:gd name="connsiteY4" fmla="*/ 865632 h 865631"/>
                <a:gd name="connsiteX5" fmla="*/ 437579 w 875061"/>
                <a:gd name="connsiteY5" fmla="*/ 18669 h 865631"/>
                <a:gd name="connsiteX6" fmla="*/ 19050 w 875061"/>
                <a:gd name="connsiteY6" fmla="*/ 432625 h 865631"/>
                <a:gd name="connsiteX7" fmla="*/ 437579 w 875061"/>
                <a:gd name="connsiteY7" fmla="*/ 846582 h 865631"/>
                <a:gd name="connsiteX8" fmla="*/ 856012 w 875061"/>
                <a:gd name="connsiteY8" fmla="*/ 432625 h 865631"/>
                <a:gd name="connsiteX9" fmla="*/ 437579 w 875061"/>
                <a:gd name="connsiteY9" fmla="*/ 19050 h 86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61" h="865631">
                  <a:moveTo>
                    <a:pt x="437579" y="865632"/>
                  </a:moveTo>
                  <a:cubicBezTo>
                    <a:pt x="196215" y="865632"/>
                    <a:pt x="0" y="671322"/>
                    <a:pt x="0" y="432625"/>
                  </a:cubicBezTo>
                  <a:cubicBezTo>
                    <a:pt x="0" y="193929"/>
                    <a:pt x="196215" y="0"/>
                    <a:pt x="437579" y="0"/>
                  </a:cubicBezTo>
                  <a:cubicBezTo>
                    <a:pt x="678942" y="0"/>
                    <a:pt x="875062" y="194215"/>
                    <a:pt x="875062" y="433007"/>
                  </a:cubicBezTo>
                  <a:cubicBezTo>
                    <a:pt x="875062" y="671798"/>
                    <a:pt x="678847" y="865632"/>
                    <a:pt x="437579" y="865632"/>
                  </a:cubicBezTo>
                  <a:close/>
                  <a:moveTo>
                    <a:pt x="437579" y="18669"/>
                  </a:moveTo>
                  <a:cubicBezTo>
                    <a:pt x="206788" y="18669"/>
                    <a:pt x="19050" y="204406"/>
                    <a:pt x="19050" y="432625"/>
                  </a:cubicBezTo>
                  <a:cubicBezTo>
                    <a:pt x="19050" y="660845"/>
                    <a:pt x="206788" y="846582"/>
                    <a:pt x="437579" y="846582"/>
                  </a:cubicBezTo>
                  <a:cubicBezTo>
                    <a:pt x="668369" y="846582"/>
                    <a:pt x="856012" y="660845"/>
                    <a:pt x="856012" y="432625"/>
                  </a:cubicBezTo>
                  <a:cubicBezTo>
                    <a:pt x="856012" y="204406"/>
                    <a:pt x="668274" y="19050"/>
                    <a:pt x="437579" y="19050"/>
                  </a:cubicBezTo>
                  <a:close/>
                </a:path>
              </a:pathLst>
            </a:custGeom>
            <a:solidFill>
              <a:srgbClr val="6ABA4F"/>
            </a:solidFill>
            <a:ln w="9525" cap="flat">
              <a:noFill/>
              <a:prstDash val="solid"/>
              <a:miter/>
            </a:ln>
          </p:spPr>
          <p:txBody>
            <a:bodyPr rtlCol="0" anchor="ctr"/>
            <a:lstStyle/>
            <a:p>
              <a:endParaRPr lang="en-US" baseline="-25000"/>
            </a:p>
          </p:txBody>
        </p:sp>
      </p:grpSp>
    </p:spTree>
    <p:extLst>
      <p:ext uri="{BB962C8B-B14F-4D97-AF65-F5344CB8AC3E}">
        <p14:creationId xmlns:p14="http://schemas.microsoft.com/office/powerpoint/2010/main" val="1584335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BBEFC0-638A-4112-BC02-B2957D7FCF7B}"/>
              </a:ext>
            </a:extLst>
          </p:cNvPr>
          <p:cNvSpPr>
            <a:spLocks noGrp="1"/>
          </p:cNvSpPr>
          <p:nvPr>
            <p:ph type="title"/>
          </p:nvPr>
        </p:nvSpPr>
        <p:spPr>
          <a:xfrm>
            <a:off x="683921" y="166432"/>
            <a:ext cx="10972800" cy="1508127"/>
          </a:xfrm>
        </p:spPr>
        <p:txBody>
          <a:bodyPr>
            <a:noAutofit/>
          </a:bodyPr>
          <a:lstStyle/>
          <a:p>
            <a:r>
              <a:rPr lang="en-US" sz="2400" dirty="0" err="1"/>
              <a:t>Exabeam</a:t>
            </a:r>
            <a:r>
              <a:rPr lang="en-US" sz="2400" dirty="0"/>
              <a:t> gives instant context to </a:t>
            </a:r>
            <a:r>
              <a:rPr lang="en-US" sz="2400" dirty="0">
                <a:solidFill>
                  <a:schemeClr val="tx1"/>
                </a:solidFill>
              </a:rPr>
              <a:t>Compromised Insider </a:t>
            </a:r>
            <a:r>
              <a:rPr lang="en-US" sz="2400" dirty="0"/>
              <a:t>Attacks </a:t>
            </a:r>
            <a:endParaRPr lang="en-US" sz="2000" i="1" dirty="0">
              <a:latin typeface="Arial" panose="020B0604020202020204" pitchFamily="34" charset="0"/>
              <a:cs typeface="Arial" panose="020B0604020202020204" pitchFamily="34" charset="0"/>
            </a:endParaRPr>
          </a:p>
        </p:txBody>
      </p:sp>
      <p:cxnSp>
        <p:nvCxnSpPr>
          <p:cNvPr id="23" name="Straight Arrow Connector 22">
            <a:extLst>
              <a:ext uri="{FF2B5EF4-FFF2-40B4-BE49-F238E27FC236}">
                <a16:creationId xmlns:a16="http://schemas.microsoft.com/office/drawing/2014/main" id="{A9611BF1-E9E1-1C4D-9198-739060B366D8}"/>
              </a:ext>
            </a:extLst>
          </p:cNvPr>
          <p:cNvCxnSpPr>
            <a:cxnSpLocks/>
          </p:cNvCxnSpPr>
          <p:nvPr/>
        </p:nvCxnSpPr>
        <p:spPr>
          <a:xfrm>
            <a:off x="-32657" y="2290715"/>
            <a:ext cx="11709652" cy="0"/>
          </a:xfrm>
          <a:prstGeom prst="straightConnector1">
            <a:avLst/>
          </a:prstGeom>
          <a:ln w="123825">
            <a:solidFill>
              <a:srgbClr val="00A300"/>
            </a:solidFill>
            <a:tailEnd type="triangle" w="med"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9FB071B-99D8-0B49-9876-BECACD45E67B}"/>
              </a:ext>
            </a:extLst>
          </p:cNvPr>
          <p:cNvSpPr txBox="1"/>
          <p:nvPr/>
        </p:nvSpPr>
        <p:spPr bwMode="auto">
          <a:xfrm>
            <a:off x="428351" y="1544443"/>
            <a:ext cx="1099942"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panose="020B0604020202020204" pitchFamily="34" charset="0"/>
                <a:ea typeface="+mj-ea"/>
                <a:cs typeface="Arial" panose="020B0604020202020204" pitchFamily="34" charset="0"/>
                <a:sym typeface="Calibri"/>
              </a:rPr>
              <a:t>May 7, 21:15</a:t>
            </a:r>
          </a:p>
        </p:txBody>
      </p:sp>
      <p:sp>
        <p:nvSpPr>
          <p:cNvPr id="49" name="TextBox 48">
            <a:extLst>
              <a:ext uri="{FF2B5EF4-FFF2-40B4-BE49-F238E27FC236}">
                <a16:creationId xmlns:a16="http://schemas.microsoft.com/office/drawing/2014/main" id="{7338D02B-4378-B743-A87A-6C8AA27AA4F7}"/>
              </a:ext>
            </a:extLst>
          </p:cNvPr>
          <p:cNvSpPr txBox="1"/>
          <p:nvPr/>
        </p:nvSpPr>
        <p:spPr bwMode="auto">
          <a:xfrm>
            <a:off x="122228" y="3455270"/>
            <a:ext cx="2617291"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endParaRPr>
          </a:p>
        </p:txBody>
      </p:sp>
      <p:sp>
        <p:nvSpPr>
          <p:cNvPr id="51" name="TextBox 50">
            <a:extLst>
              <a:ext uri="{FF2B5EF4-FFF2-40B4-BE49-F238E27FC236}">
                <a16:creationId xmlns:a16="http://schemas.microsoft.com/office/drawing/2014/main" id="{39A8EE53-A66F-E048-886B-0A6546B918BA}"/>
              </a:ext>
            </a:extLst>
          </p:cNvPr>
          <p:cNvSpPr txBox="1"/>
          <p:nvPr/>
        </p:nvSpPr>
        <p:spPr bwMode="auto">
          <a:xfrm>
            <a:off x="3024805" y="1960120"/>
            <a:ext cx="1099942"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May 7, 22:15</a:t>
            </a:r>
          </a:p>
        </p:txBody>
      </p:sp>
      <p:sp>
        <p:nvSpPr>
          <p:cNvPr id="52" name="TextBox 51">
            <a:extLst>
              <a:ext uri="{FF2B5EF4-FFF2-40B4-BE49-F238E27FC236}">
                <a16:creationId xmlns:a16="http://schemas.microsoft.com/office/drawing/2014/main" id="{1A9009D1-9D1F-DB4B-BA9A-B6516010306D}"/>
              </a:ext>
            </a:extLst>
          </p:cNvPr>
          <p:cNvSpPr txBox="1"/>
          <p:nvPr/>
        </p:nvSpPr>
        <p:spPr bwMode="auto">
          <a:xfrm>
            <a:off x="5278434" y="1960120"/>
            <a:ext cx="1099942"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May 8, 2:20</a:t>
            </a:r>
          </a:p>
        </p:txBody>
      </p:sp>
      <p:sp>
        <p:nvSpPr>
          <p:cNvPr id="57" name="TextBox 56">
            <a:extLst>
              <a:ext uri="{FF2B5EF4-FFF2-40B4-BE49-F238E27FC236}">
                <a16:creationId xmlns:a16="http://schemas.microsoft.com/office/drawing/2014/main" id="{95D1DB72-8B3E-DD43-8B60-7C97DA4BC1B0}"/>
              </a:ext>
            </a:extLst>
          </p:cNvPr>
          <p:cNvSpPr txBox="1"/>
          <p:nvPr/>
        </p:nvSpPr>
        <p:spPr bwMode="auto">
          <a:xfrm>
            <a:off x="7002546" y="1960120"/>
            <a:ext cx="1099942"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May 8, 2:27</a:t>
            </a:r>
          </a:p>
        </p:txBody>
      </p:sp>
      <p:sp>
        <p:nvSpPr>
          <p:cNvPr id="58" name="TextBox 57">
            <a:extLst>
              <a:ext uri="{FF2B5EF4-FFF2-40B4-BE49-F238E27FC236}">
                <a16:creationId xmlns:a16="http://schemas.microsoft.com/office/drawing/2014/main" id="{5A49BCB4-FA02-FD49-BE68-5DB7BB59FD2F}"/>
              </a:ext>
            </a:extLst>
          </p:cNvPr>
          <p:cNvSpPr txBox="1"/>
          <p:nvPr/>
        </p:nvSpPr>
        <p:spPr bwMode="auto">
          <a:xfrm>
            <a:off x="6953956" y="1184999"/>
            <a:ext cx="2351390" cy="387798"/>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EDR alert to </a:t>
            </a:r>
            <a:r>
              <a:rPr kumimoji="0" lang="en-US" sz="1200" b="0" i="0" u="none" strike="noStrike" kern="0" cap="none" spc="0" normalizeH="0" baseline="0" noProof="0" err="1">
                <a:ln>
                  <a:noFill/>
                </a:ln>
                <a:solidFill>
                  <a:srgbClr val="FF4E00"/>
                </a:solidFill>
                <a:effectLst/>
                <a:uLnTx/>
                <a:uFillTx/>
                <a:latin typeface="Arial" panose="020B0604020202020204" pitchFamily="34" charset="0"/>
                <a:ea typeface="+mj-ea"/>
                <a:cs typeface="Arial" panose="020B0604020202020204" pitchFamily="34" charset="0"/>
                <a:sym typeface="Calibri"/>
              </a:rPr>
              <a:t>Powershell</a:t>
            </a:r>
            <a:r>
              <a:rPr kumimoji="0" lang="en-US" sz="1200" b="0"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 and </a:t>
            </a:r>
            <a:r>
              <a:rPr kumimoji="0" lang="en-US" sz="1200" b="0" i="0" u="none" strike="noStrike" kern="0" cap="none" spc="0" normalizeH="0" baseline="0" noProof="0" err="1">
                <a:ln>
                  <a:noFill/>
                </a:ln>
                <a:solidFill>
                  <a:srgbClr val="FF4E00"/>
                </a:solidFill>
                <a:effectLst/>
                <a:uLnTx/>
                <a:uFillTx/>
                <a:latin typeface="Arial" panose="020B0604020202020204" pitchFamily="34" charset="0"/>
                <a:ea typeface="+mj-ea"/>
                <a:cs typeface="Arial" panose="020B0604020202020204" pitchFamily="34" charset="0"/>
                <a:sym typeface="Calibri"/>
              </a:rPr>
              <a:t>Mimikatz</a:t>
            </a:r>
            <a:r>
              <a:rPr kumimoji="0" lang="en-US" sz="1200" b="0"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 on server</a:t>
            </a:r>
          </a:p>
        </p:txBody>
      </p:sp>
      <p:cxnSp>
        <p:nvCxnSpPr>
          <p:cNvPr id="59" name="Straight Connector 58">
            <a:extLst>
              <a:ext uri="{FF2B5EF4-FFF2-40B4-BE49-F238E27FC236}">
                <a16:creationId xmlns:a16="http://schemas.microsoft.com/office/drawing/2014/main" id="{5034D529-BBED-6E41-8AE0-476A87CA68EA}"/>
              </a:ext>
            </a:extLst>
          </p:cNvPr>
          <p:cNvCxnSpPr>
            <a:cxnSpLocks/>
          </p:cNvCxnSpPr>
          <p:nvPr/>
        </p:nvCxnSpPr>
        <p:spPr>
          <a:xfrm flipV="1">
            <a:off x="6899629" y="1228122"/>
            <a:ext cx="0" cy="1003424"/>
          </a:xfrm>
          <a:prstGeom prst="line">
            <a:avLst/>
          </a:prstGeom>
          <a:ln/>
        </p:spPr>
        <p:style>
          <a:lnRef idx="1">
            <a:schemeClr val="accent6"/>
          </a:lnRef>
          <a:fillRef idx="0">
            <a:schemeClr val="accent6"/>
          </a:fillRef>
          <a:effectRef idx="0">
            <a:schemeClr val="accent6"/>
          </a:effectRef>
          <a:fontRef idx="minor">
            <a:schemeClr val="tx1"/>
          </a:fontRef>
        </p:style>
      </p:cxnSp>
      <p:sp>
        <p:nvSpPr>
          <p:cNvPr id="64" name="TextBox 63">
            <a:extLst>
              <a:ext uri="{FF2B5EF4-FFF2-40B4-BE49-F238E27FC236}">
                <a16:creationId xmlns:a16="http://schemas.microsoft.com/office/drawing/2014/main" id="{9829DB4B-312E-EA47-8C7F-86393B07156B}"/>
              </a:ext>
            </a:extLst>
          </p:cNvPr>
          <p:cNvSpPr txBox="1"/>
          <p:nvPr/>
        </p:nvSpPr>
        <p:spPr bwMode="auto">
          <a:xfrm>
            <a:off x="8393391" y="1960120"/>
            <a:ext cx="1736021"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May 8, 2:27 – 8:56</a:t>
            </a:r>
          </a:p>
        </p:txBody>
      </p:sp>
      <p:grpSp>
        <p:nvGrpSpPr>
          <p:cNvPr id="54" name="Group 53">
            <a:extLst>
              <a:ext uri="{FF2B5EF4-FFF2-40B4-BE49-F238E27FC236}">
                <a16:creationId xmlns:a16="http://schemas.microsoft.com/office/drawing/2014/main" id="{EC88757B-53A3-0C43-BA2B-AE2426A9507D}"/>
              </a:ext>
            </a:extLst>
          </p:cNvPr>
          <p:cNvGrpSpPr/>
          <p:nvPr/>
        </p:nvGrpSpPr>
        <p:grpSpPr>
          <a:xfrm>
            <a:off x="5278434" y="2347246"/>
            <a:ext cx="2224024" cy="1341669"/>
            <a:chOff x="5311091" y="2108594"/>
            <a:chExt cx="2039687" cy="1341669"/>
          </a:xfrm>
        </p:grpSpPr>
        <p:sp>
          <p:nvSpPr>
            <p:cNvPr id="96" name="TextBox 95">
              <a:extLst>
                <a:ext uri="{FF2B5EF4-FFF2-40B4-BE49-F238E27FC236}">
                  <a16:creationId xmlns:a16="http://schemas.microsoft.com/office/drawing/2014/main" id="{37E546C9-52FA-8844-BA19-C451E8602B53}"/>
                </a:ext>
              </a:extLst>
            </p:cNvPr>
            <p:cNvSpPr txBox="1"/>
            <p:nvPr/>
          </p:nvSpPr>
          <p:spPr bwMode="auto">
            <a:xfrm>
              <a:off x="5427048" y="2333034"/>
              <a:ext cx="1923730" cy="1117229"/>
            </a:xfrm>
            <a:prstGeom prst="rect">
              <a:avLst/>
            </a:prstGeom>
            <a:noFill/>
            <a:ln w="9525">
              <a:noFill/>
              <a:miter lim="800000"/>
              <a:headEnd/>
              <a:tailEnd/>
            </a:ln>
            <a:effectLst/>
          </p:spPr>
          <p:txBody>
            <a:bodyPr wrap="square" lIns="27432" tIns="27432" rIns="27432" bIns="27432" rtlCol="0" anchor="t">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a:ea typeface="+mj-ea"/>
                  <a:cs typeface="Arial"/>
                  <a:sym typeface="Calibri"/>
                </a:rPr>
                <a:t>Lateral movement:</a:t>
              </a:r>
            </a:p>
            <a:p>
              <a:pPr marL="171450" marR="0" lvl="0" indent="-171450" algn="l" defTabSz="914400" rtl="0" eaLnBrk="1" fontAlgn="auto" latinLnBrk="0" hangingPunct="0">
                <a:lnSpc>
                  <a:spcPct val="90000"/>
                </a:lnSpc>
                <a:spcBef>
                  <a:spcPts val="3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Attacker pivots off initial host to ServerX</a:t>
              </a:r>
              <a:endPar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endParaRPr>
            </a:p>
            <a:p>
              <a:pPr marL="171450" marR="0" lvl="0" indent="-171450" algn="l" defTabSz="914400" rtl="0" eaLnBrk="1" fontAlgn="auto" latinLnBrk="0" hangingPunct="0">
                <a:lnSpc>
                  <a:spcPct val="90000"/>
                </a:lnSpc>
                <a:spcBef>
                  <a:spcPts val="3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First RDP activity for user</a:t>
              </a:r>
            </a:p>
            <a:p>
              <a:pPr marL="171450" marR="0" lvl="0" indent="-171450" algn="l" defTabSz="914400" rtl="0" eaLnBrk="1" fontAlgn="auto" latinLnBrk="0" hangingPunct="0">
                <a:lnSpc>
                  <a:spcPct val="90000"/>
                </a:lnSpc>
                <a:spcBef>
                  <a:spcPts val="3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First access to ServerX</a:t>
              </a:r>
              <a:endPar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endParaRPr>
            </a:p>
          </p:txBody>
        </p:sp>
        <p:cxnSp>
          <p:nvCxnSpPr>
            <p:cNvPr id="41" name="Straight Connector 40">
              <a:extLst>
                <a:ext uri="{FF2B5EF4-FFF2-40B4-BE49-F238E27FC236}">
                  <a16:creationId xmlns:a16="http://schemas.microsoft.com/office/drawing/2014/main" id="{60352D13-7008-144F-BB2A-342AACBB72E6}"/>
                </a:ext>
              </a:extLst>
            </p:cNvPr>
            <p:cNvCxnSpPr>
              <a:cxnSpLocks/>
            </p:cNvCxnSpPr>
            <p:nvPr/>
          </p:nvCxnSpPr>
          <p:spPr>
            <a:xfrm flipV="1">
              <a:off x="5311091" y="2108594"/>
              <a:ext cx="0" cy="1244206"/>
            </a:xfrm>
            <a:prstGeom prst="line">
              <a:avLst/>
            </a:prstGeom>
            <a:ln w="12700">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F186F8DD-3585-1C45-BA77-C4493090DE0B}"/>
              </a:ext>
            </a:extLst>
          </p:cNvPr>
          <p:cNvGrpSpPr/>
          <p:nvPr/>
        </p:nvGrpSpPr>
        <p:grpSpPr>
          <a:xfrm>
            <a:off x="8393391" y="2347246"/>
            <a:ext cx="3396862" cy="1172352"/>
            <a:chOff x="8426048" y="2108594"/>
            <a:chExt cx="3396862" cy="1172352"/>
          </a:xfrm>
        </p:grpSpPr>
        <p:sp>
          <p:nvSpPr>
            <p:cNvPr id="63" name="TextBox 62">
              <a:extLst>
                <a:ext uri="{FF2B5EF4-FFF2-40B4-BE49-F238E27FC236}">
                  <a16:creationId xmlns:a16="http://schemas.microsoft.com/office/drawing/2014/main" id="{195ED931-CD2F-3041-9D6A-BE5BE079F9EB}"/>
                </a:ext>
              </a:extLst>
            </p:cNvPr>
            <p:cNvSpPr txBox="1"/>
            <p:nvPr/>
          </p:nvSpPr>
          <p:spPr bwMode="auto">
            <a:xfrm>
              <a:off x="8552847" y="2329916"/>
              <a:ext cx="3270063" cy="951030"/>
            </a:xfrm>
            <a:prstGeom prst="rect">
              <a:avLst/>
            </a:prstGeom>
            <a:noFill/>
            <a:ln w="9525">
              <a:noFill/>
              <a:miter lim="800000"/>
              <a:headEnd/>
              <a:tailEnd/>
            </a:ln>
            <a:effectLst/>
          </p:spPr>
          <p:txBody>
            <a:bodyPr wrap="square" lIns="27432" tIns="27432" rIns="27432" bIns="27432" rtlCol="0" anchor="t">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a:ea typeface="+mj-ea"/>
                  <a:cs typeface="Arial"/>
                  <a:sym typeface="Calibri"/>
                </a:rPr>
                <a:t>Lateral movement &amp; privilege escalation:</a:t>
              </a:r>
            </a:p>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 of first access to assets by user: 487 </a:t>
              </a:r>
              <a:endPar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endParaRPr>
            </a:p>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 of first communication between assets : 487</a:t>
              </a:r>
            </a:p>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 of first credential switches from host: </a:t>
              </a:r>
              <a:r>
                <a:rPr kumimoji="0" lang="en-US" sz="1200" b="1" i="0" u="none" strike="noStrike" kern="0" cap="none" spc="0" normalizeH="0" baseline="0" noProof="0">
                  <a:ln>
                    <a:noFill/>
                  </a:ln>
                  <a:solidFill>
                    <a:srgbClr val="000000"/>
                  </a:solidFill>
                  <a:effectLst/>
                  <a:uLnTx/>
                  <a:uFillTx/>
                  <a:latin typeface="Arial"/>
                  <a:ea typeface="+mj-ea"/>
                  <a:cs typeface="Arial"/>
                  <a:sym typeface="Calibri"/>
                </a:rPr>
                <a:t>233</a:t>
              </a:r>
            </a:p>
          </p:txBody>
        </p:sp>
        <p:cxnSp>
          <p:nvCxnSpPr>
            <p:cNvPr id="61" name="Straight Connector 60">
              <a:extLst>
                <a:ext uri="{FF2B5EF4-FFF2-40B4-BE49-F238E27FC236}">
                  <a16:creationId xmlns:a16="http://schemas.microsoft.com/office/drawing/2014/main" id="{909A7353-7092-C340-88A6-7DB5D72FE331}"/>
                </a:ext>
              </a:extLst>
            </p:cNvPr>
            <p:cNvCxnSpPr>
              <a:cxnSpLocks/>
            </p:cNvCxnSpPr>
            <p:nvPr/>
          </p:nvCxnSpPr>
          <p:spPr>
            <a:xfrm flipV="1">
              <a:off x="8426048" y="2108594"/>
              <a:ext cx="0" cy="1108024"/>
            </a:xfrm>
            <a:prstGeom prst="line">
              <a:avLst/>
            </a:prstGeom>
            <a:ln w="12700">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B9F682F0-0A74-CF49-AD0A-4BBBA74DA7CB}"/>
              </a:ext>
            </a:extLst>
          </p:cNvPr>
          <p:cNvGrpSpPr/>
          <p:nvPr/>
        </p:nvGrpSpPr>
        <p:grpSpPr>
          <a:xfrm>
            <a:off x="3052110" y="2347247"/>
            <a:ext cx="1710750" cy="864300"/>
            <a:chOff x="3084767" y="2108595"/>
            <a:chExt cx="1710750" cy="864300"/>
          </a:xfrm>
        </p:grpSpPr>
        <p:sp>
          <p:nvSpPr>
            <p:cNvPr id="50" name="TextBox 49">
              <a:extLst>
                <a:ext uri="{FF2B5EF4-FFF2-40B4-BE49-F238E27FC236}">
                  <a16:creationId xmlns:a16="http://schemas.microsoft.com/office/drawing/2014/main" id="{6A4FF53D-03EF-F74A-B787-53E1360233D4}"/>
                </a:ext>
              </a:extLst>
            </p:cNvPr>
            <p:cNvSpPr txBox="1"/>
            <p:nvPr/>
          </p:nvSpPr>
          <p:spPr bwMode="auto">
            <a:xfrm>
              <a:off x="3198026" y="2341953"/>
              <a:ext cx="1597491" cy="630942"/>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Lateral movement:</a:t>
              </a:r>
            </a:p>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 of first access to asset for user: </a:t>
              </a:r>
              <a:r>
                <a:rPr kumimoji="0" lang="en-US" sz="1200" b="1"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rPr>
                <a:t>272</a:t>
              </a:r>
            </a:p>
          </p:txBody>
        </p:sp>
        <p:cxnSp>
          <p:nvCxnSpPr>
            <p:cNvPr id="62" name="Straight Connector 61">
              <a:extLst>
                <a:ext uri="{FF2B5EF4-FFF2-40B4-BE49-F238E27FC236}">
                  <a16:creationId xmlns:a16="http://schemas.microsoft.com/office/drawing/2014/main" id="{1F121B22-7045-A14B-97A0-BE4C5C6602EF}"/>
                </a:ext>
              </a:extLst>
            </p:cNvPr>
            <p:cNvCxnSpPr>
              <a:cxnSpLocks/>
            </p:cNvCxnSpPr>
            <p:nvPr/>
          </p:nvCxnSpPr>
          <p:spPr>
            <a:xfrm flipV="1">
              <a:off x="3084767" y="2108595"/>
              <a:ext cx="0" cy="787005"/>
            </a:xfrm>
            <a:prstGeom prst="line">
              <a:avLst/>
            </a:prstGeom>
            <a:ln w="12700">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7DDD01B5-72F4-1C4A-8F99-C13A667C84D8}"/>
              </a:ext>
            </a:extLst>
          </p:cNvPr>
          <p:cNvGrpSpPr/>
          <p:nvPr/>
        </p:nvGrpSpPr>
        <p:grpSpPr>
          <a:xfrm>
            <a:off x="482749" y="2347246"/>
            <a:ext cx="2442561" cy="1506714"/>
            <a:chOff x="515406" y="2108594"/>
            <a:chExt cx="2442561" cy="1506714"/>
          </a:xfrm>
        </p:grpSpPr>
        <p:sp>
          <p:nvSpPr>
            <p:cNvPr id="24" name="TextBox 23">
              <a:extLst>
                <a:ext uri="{FF2B5EF4-FFF2-40B4-BE49-F238E27FC236}">
                  <a16:creationId xmlns:a16="http://schemas.microsoft.com/office/drawing/2014/main" id="{DDC0A432-0A61-2D4D-A95B-3C4411AAF8F9}"/>
                </a:ext>
              </a:extLst>
            </p:cNvPr>
            <p:cNvSpPr txBox="1"/>
            <p:nvPr/>
          </p:nvSpPr>
          <p:spPr bwMode="auto">
            <a:xfrm>
              <a:off x="645516" y="2331880"/>
              <a:ext cx="2312451" cy="1283428"/>
            </a:xfrm>
            <a:prstGeom prst="rect">
              <a:avLst/>
            </a:prstGeom>
            <a:noFill/>
            <a:ln w="9525">
              <a:noFill/>
              <a:miter lim="800000"/>
              <a:headEnd/>
              <a:tailEnd/>
            </a:ln>
            <a:effectLst/>
          </p:spPr>
          <p:txBody>
            <a:bodyPr wrap="square" lIns="27432" tIns="27432" rIns="27432" bIns="27432" rtlCol="0" anchor="t">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0000"/>
                  </a:solidFill>
                  <a:effectLst/>
                  <a:uLnTx/>
                  <a:uFillTx/>
                  <a:latin typeface="Arial"/>
                  <a:ea typeface="+mj-ea"/>
                  <a:cs typeface="Arial"/>
                  <a:sym typeface="Calibri"/>
                </a:rPr>
                <a:t>Initial access: </a:t>
              </a: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First login from Singapore for user and org</a:t>
              </a: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a:p>
              <a:pPr marL="171450" marR="0" lvl="0" indent="-171450" algn="l" defTabSz="914400" rtl="0" eaLnBrk="1" fontAlgn="auto" latinLnBrk="0" hangingPunct="0">
                <a:lnSpc>
                  <a:spcPct val="90000"/>
                </a:lnSpc>
                <a:spcBef>
                  <a:spcPts val="3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First activity from ISP for user</a:t>
              </a:r>
            </a:p>
            <a:p>
              <a:pPr marL="171450" marR="0" lvl="0" indent="-171450" algn="l" defTabSz="914400" rtl="0" eaLnBrk="1" fontAlgn="auto" latinLnBrk="0" hangingPunct="0">
                <a:lnSpc>
                  <a:spcPct val="90000"/>
                </a:lnSpc>
                <a:spcBef>
                  <a:spcPts val="3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Arial"/>
                  <a:ea typeface="+mj-ea"/>
                  <a:cs typeface="Arial"/>
                  <a:sym typeface="Calibri"/>
                </a:rPr>
                <a:t>First OS/browser combination in user agent string</a:t>
              </a:r>
            </a:p>
            <a:p>
              <a:pPr marL="0" marR="0" lvl="0" indent="0" algn="l" defTabSz="914400" rtl="0" eaLnBrk="1" fontAlgn="auto" latinLnBrk="0" hangingPunct="0">
                <a:lnSpc>
                  <a:spcPct val="9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Arial" panose="020B0604020202020204" pitchFamily="34" charset="0"/>
                <a:ea typeface="+mj-ea"/>
                <a:cs typeface="Arial" panose="020B0604020202020204" pitchFamily="34" charset="0"/>
                <a:sym typeface="Calibri"/>
              </a:endParaRPr>
            </a:p>
          </p:txBody>
        </p:sp>
        <p:cxnSp>
          <p:nvCxnSpPr>
            <p:cNvPr id="26" name="Straight Connector 25">
              <a:extLst>
                <a:ext uri="{FF2B5EF4-FFF2-40B4-BE49-F238E27FC236}">
                  <a16:creationId xmlns:a16="http://schemas.microsoft.com/office/drawing/2014/main" id="{8F701752-D91B-5549-9819-791EA8D3F5DE}"/>
                </a:ext>
              </a:extLst>
            </p:cNvPr>
            <p:cNvCxnSpPr>
              <a:cxnSpLocks/>
            </p:cNvCxnSpPr>
            <p:nvPr/>
          </p:nvCxnSpPr>
          <p:spPr>
            <a:xfrm flipV="1">
              <a:off x="515406" y="2108594"/>
              <a:ext cx="0" cy="1172352"/>
            </a:xfrm>
            <a:prstGeom prst="line">
              <a:avLst/>
            </a:prstGeom>
            <a:ln w="12700">
              <a:solidFill>
                <a:schemeClr val="bg2">
                  <a:lumMod val="75000"/>
                </a:schemeClr>
              </a:solidFill>
              <a:prstDash val="solid"/>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1618933B-7E9B-F949-8D7A-73B489BEBB5E}"/>
              </a:ext>
            </a:extLst>
          </p:cNvPr>
          <p:cNvCxnSpPr>
            <a:cxnSpLocks/>
          </p:cNvCxnSpPr>
          <p:nvPr/>
        </p:nvCxnSpPr>
        <p:spPr>
          <a:xfrm flipV="1">
            <a:off x="4061333" y="1228122"/>
            <a:ext cx="0" cy="1017535"/>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0BDA09D-ABFC-3E46-ADAB-B038F973AF3A}"/>
              </a:ext>
            </a:extLst>
          </p:cNvPr>
          <p:cNvSpPr txBox="1"/>
          <p:nvPr/>
        </p:nvSpPr>
        <p:spPr bwMode="auto">
          <a:xfrm>
            <a:off x="4164250" y="1195540"/>
            <a:ext cx="2228368" cy="797141"/>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dirty="0" err="1">
                <a:ln>
                  <a:noFill/>
                </a:ln>
                <a:solidFill>
                  <a:srgbClr val="009D00"/>
                </a:solidFill>
                <a:effectLst/>
                <a:uLnTx/>
                <a:uFillTx/>
                <a:latin typeface="Arial" panose="020B0604020202020204" pitchFamily="34" charset="0"/>
                <a:ea typeface="+mj-ea"/>
                <a:cs typeface="Arial" panose="020B0604020202020204" pitchFamily="34" charset="0"/>
                <a:sym typeface="Calibri"/>
              </a:rPr>
              <a:t>Exabeam</a:t>
            </a:r>
            <a:r>
              <a:rPr kumimoji="0" lang="en-US" sz="1200" b="0" i="0" u="none" strike="noStrike" kern="0" cap="none" spc="0" normalizeH="0" baseline="0" noProof="0" dirty="0">
                <a:ln>
                  <a:noFill/>
                </a:ln>
                <a:solidFill>
                  <a:srgbClr val="009D00"/>
                </a:solidFill>
                <a:effectLst/>
                <a:uLnTx/>
                <a:uFillTx/>
                <a:latin typeface="Arial" panose="020B0604020202020204" pitchFamily="34" charset="0"/>
                <a:ea typeface="+mj-ea"/>
                <a:cs typeface="Arial" panose="020B0604020202020204" pitchFamily="34" charset="0"/>
                <a:sym typeface="Calibri"/>
              </a:rPr>
              <a:t> notifies SOC analyst </a:t>
            </a:r>
            <a:r>
              <a:rPr kumimoji="0" lang="en-US" sz="1200" b="1" i="0" u="none" strike="noStrike" kern="0" cap="none" spc="0" normalizeH="0" baseline="0" noProof="0" dirty="0">
                <a:ln>
                  <a:noFill/>
                </a:ln>
                <a:solidFill>
                  <a:srgbClr val="009D00"/>
                </a:solidFill>
                <a:effectLst/>
                <a:uLnTx/>
                <a:uFillTx/>
                <a:latin typeface="Arial" panose="020B0604020202020204" pitchFamily="34" charset="0"/>
                <a:ea typeface="+mj-ea"/>
                <a:cs typeface="Arial" panose="020B0604020202020204" pitchFamily="34" charset="0"/>
                <a:sym typeface="Calibri"/>
              </a:rPr>
              <a:t>1 </a:t>
            </a:r>
            <a:r>
              <a:rPr kumimoji="0" lang="en-US" sz="1200" b="1" i="0" u="none" strike="noStrike" kern="0" cap="none" spc="0" normalizeH="0" baseline="0" noProof="0" dirty="0" err="1">
                <a:ln>
                  <a:noFill/>
                </a:ln>
                <a:solidFill>
                  <a:srgbClr val="009D00"/>
                </a:solidFill>
                <a:effectLst/>
                <a:uLnTx/>
                <a:uFillTx/>
                <a:latin typeface="Arial" panose="020B0604020202020204" pitchFamily="34" charset="0"/>
                <a:ea typeface="+mj-ea"/>
                <a:cs typeface="Arial" panose="020B0604020202020204" pitchFamily="34" charset="0"/>
                <a:sym typeface="Calibri"/>
              </a:rPr>
              <a:t>hr</a:t>
            </a:r>
            <a:r>
              <a:rPr kumimoji="0" lang="en-US" sz="1200" b="0" i="0" u="none" strike="noStrike" kern="0" cap="none" spc="0" normalizeH="0" baseline="0" noProof="0" dirty="0">
                <a:ln>
                  <a:noFill/>
                </a:ln>
                <a:solidFill>
                  <a:srgbClr val="009D00"/>
                </a:solidFill>
                <a:effectLst/>
                <a:uLnTx/>
                <a:uFillTx/>
                <a:latin typeface="Arial" panose="020B0604020202020204" pitchFamily="34" charset="0"/>
                <a:ea typeface="+mj-ea"/>
                <a:cs typeface="Arial" panose="020B0604020202020204" pitchFamily="34" charset="0"/>
                <a:sym typeface="Calibri"/>
              </a:rPr>
              <a:t> into attack using only out of the box models</a:t>
            </a:r>
          </a:p>
          <a:p>
            <a:pPr marL="0" marR="0" lvl="0" indent="0" algn="l" defTabSz="914400" rtl="0" eaLnBrk="1" fontAlgn="auto" latinLnBrk="0" hangingPunct="0">
              <a:lnSpc>
                <a:spcPct val="90000"/>
              </a:lnSpc>
              <a:spcBef>
                <a:spcPts val="300"/>
              </a:spcBef>
              <a:spcAft>
                <a:spcPts val="300"/>
              </a:spcAft>
              <a:buClrTx/>
              <a:buSzTx/>
              <a:buFontTx/>
              <a:buNone/>
              <a:tabLst/>
              <a:defRPr/>
            </a:pPr>
            <a:endParaRPr kumimoji="0" lang="en-US" sz="1200" b="0" i="0" u="none" strike="noStrike" kern="0" cap="none" spc="0" normalizeH="0" baseline="0" noProof="0" dirty="0">
              <a:ln>
                <a:noFill/>
              </a:ln>
              <a:solidFill>
                <a:srgbClr val="009D00"/>
              </a:solidFill>
              <a:effectLst/>
              <a:uLnTx/>
              <a:uFillTx/>
              <a:latin typeface="Arial" panose="020B0604020202020204" pitchFamily="34" charset="0"/>
              <a:ea typeface="+mj-ea"/>
              <a:cs typeface="Arial" panose="020B0604020202020204" pitchFamily="34" charset="0"/>
              <a:sym typeface="Calibri"/>
            </a:endParaRPr>
          </a:p>
        </p:txBody>
      </p:sp>
      <p:sp>
        <p:nvSpPr>
          <p:cNvPr id="35" name="TextBox 34">
            <a:extLst>
              <a:ext uri="{FF2B5EF4-FFF2-40B4-BE49-F238E27FC236}">
                <a16:creationId xmlns:a16="http://schemas.microsoft.com/office/drawing/2014/main" id="{417ECEB3-8DAE-0448-A264-B2D93EE446F5}"/>
              </a:ext>
            </a:extLst>
          </p:cNvPr>
          <p:cNvSpPr txBox="1"/>
          <p:nvPr/>
        </p:nvSpPr>
        <p:spPr bwMode="auto">
          <a:xfrm>
            <a:off x="649102" y="3667652"/>
            <a:ext cx="1597492" cy="464743"/>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rPr>
              <a:t>Risk score: +10</a:t>
            </a:r>
            <a:endParaRPr kumimoji="0" lang="en-US" sz="1200" b="0"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endParaRPr>
          </a:p>
          <a:p>
            <a:pPr marL="0" marR="0" lvl="0" indent="0" algn="l" defTabSz="914400" rtl="0" eaLnBrk="1" fontAlgn="auto" latinLnBrk="0" hangingPunct="0">
              <a:lnSpc>
                <a:spcPct val="9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endParaRPr>
          </a:p>
        </p:txBody>
      </p:sp>
      <p:sp>
        <p:nvSpPr>
          <p:cNvPr id="36" name="TextBox 35">
            <a:extLst>
              <a:ext uri="{FF2B5EF4-FFF2-40B4-BE49-F238E27FC236}">
                <a16:creationId xmlns:a16="http://schemas.microsoft.com/office/drawing/2014/main" id="{162F25B2-62E4-334B-ADC6-9A08889F543C}"/>
              </a:ext>
            </a:extLst>
          </p:cNvPr>
          <p:cNvSpPr txBox="1"/>
          <p:nvPr/>
        </p:nvSpPr>
        <p:spPr bwMode="auto">
          <a:xfrm>
            <a:off x="3165369" y="3286216"/>
            <a:ext cx="1597491"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rPr>
              <a:t>Risk score: +30</a:t>
            </a:r>
          </a:p>
        </p:txBody>
      </p:sp>
      <p:sp>
        <p:nvSpPr>
          <p:cNvPr id="37" name="TextBox 36">
            <a:extLst>
              <a:ext uri="{FF2B5EF4-FFF2-40B4-BE49-F238E27FC236}">
                <a16:creationId xmlns:a16="http://schemas.microsoft.com/office/drawing/2014/main" id="{FF5FA6DC-697F-C347-9DF3-A723BA424A63}"/>
              </a:ext>
            </a:extLst>
          </p:cNvPr>
          <p:cNvSpPr txBox="1"/>
          <p:nvPr/>
        </p:nvSpPr>
        <p:spPr bwMode="auto">
          <a:xfrm>
            <a:off x="5405055" y="3748286"/>
            <a:ext cx="1597491"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rPr>
              <a:t>Risk score: +30</a:t>
            </a:r>
          </a:p>
        </p:txBody>
      </p:sp>
      <p:sp>
        <p:nvSpPr>
          <p:cNvPr id="39" name="TextBox 38">
            <a:extLst>
              <a:ext uri="{FF2B5EF4-FFF2-40B4-BE49-F238E27FC236}">
                <a16:creationId xmlns:a16="http://schemas.microsoft.com/office/drawing/2014/main" id="{3A58002D-4599-604D-8B73-D8BB5E3197A4}"/>
              </a:ext>
            </a:extLst>
          </p:cNvPr>
          <p:cNvSpPr txBox="1"/>
          <p:nvPr/>
        </p:nvSpPr>
        <p:spPr bwMode="auto">
          <a:xfrm>
            <a:off x="8520190" y="3604994"/>
            <a:ext cx="1597491"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1" i="0" u="none" strike="noStrike" kern="0" cap="none" spc="0" normalizeH="0" baseline="0" noProof="0">
                <a:ln>
                  <a:noFill/>
                </a:ln>
                <a:solidFill>
                  <a:srgbClr val="009D00"/>
                </a:solidFill>
                <a:effectLst/>
                <a:uLnTx/>
                <a:uFillTx/>
                <a:latin typeface="Arial" panose="020B0604020202020204" pitchFamily="34" charset="0"/>
                <a:ea typeface="+mj-ea"/>
                <a:cs typeface="Arial" panose="020B0604020202020204" pitchFamily="34" charset="0"/>
                <a:sym typeface="Calibri"/>
              </a:rPr>
              <a:t>Risk score: +60</a:t>
            </a:r>
          </a:p>
        </p:txBody>
      </p:sp>
      <p:sp>
        <p:nvSpPr>
          <p:cNvPr id="40" name="TextBox 39">
            <a:extLst>
              <a:ext uri="{FF2B5EF4-FFF2-40B4-BE49-F238E27FC236}">
                <a16:creationId xmlns:a16="http://schemas.microsoft.com/office/drawing/2014/main" id="{BF0B6804-30C4-0A49-8F87-77AD4E86D11A}"/>
              </a:ext>
            </a:extLst>
          </p:cNvPr>
          <p:cNvSpPr txBox="1"/>
          <p:nvPr/>
        </p:nvSpPr>
        <p:spPr bwMode="auto">
          <a:xfrm>
            <a:off x="6934612" y="1594110"/>
            <a:ext cx="2351390" cy="221599"/>
          </a:xfrm>
          <a:prstGeom prst="rect">
            <a:avLst/>
          </a:prstGeom>
          <a:noFill/>
          <a:ln w="9525">
            <a:noFill/>
            <a:miter lim="800000"/>
            <a:headEnd/>
            <a:tailEnd/>
          </a:ln>
          <a:effectLst/>
        </p:spPr>
        <p:txBody>
          <a:bodyPr wrap="square" lIns="27432" tIns="27432" rIns="27432" bIns="27432" rtlCol="0">
            <a:spAutoFit/>
          </a:bodyPr>
          <a:lstStyle/>
          <a:p>
            <a:pPr marL="0" marR="0" lvl="0" indent="0" algn="l" defTabSz="914400" rtl="0" eaLnBrk="1" fontAlgn="auto" latinLnBrk="0" hangingPunct="0">
              <a:lnSpc>
                <a:spcPct val="90000"/>
              </a:lnSpc>
              <a:spcBef>
                <a:spcPts val="300"/>
              </a:spcBef>
              <a:spcAft>
                <a:spcPts val="300"/>
              </a:spcAft>
              <a:buClrTx/>
              <a:buSzTx/>
              <a:buFontTx/>
              <a:buNone/>
              <a:tabLst/>
              <a:defRPr/>
            </a:pPr>
            <a:r>
              <a:rPr kumimoji="0" lang="en-US" sz="1200" b="0"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Time into attack: </a:t>
            </a:r>
            <a:r>
              <a:rPr kumimoji="0" lang="en-US" sz="1200" b="1" i="0" u="none" strike="noStrike" kern="0" cap="none" spc="0" normalizeH="0" baseline="0" noProof="0">
                <a:ln>
                  <a:noFill/>
                </a:ln>
                <a:solidFill>
                  <a:srgbClr val="FF4E00"/>
                </a:solidFill>
                <a:effectLst/>
                <a:uLnTx/>
                <a:uFillTx/>
                <a:latin typeface="Arial" panose="020B0604020202020204" pitchFamily="34" charset="0"/>
                <a:ea typeface="+mj-ea"/>
                <a:cs typeface="Arial" panose="020B0604020202020204" pitchFamily="34" charset="0"/>
                <a:sym typeface="Calibri"/>
              </a:rPr>
              <a:t>5hr. and 12 min</a:t>
            </a:r>
          </a:p>
        </p:txBody>
      </p:sp>
      <p:grpSp>
        <p:nvGrpSpPr>
          <p:cNvPr id="60" name="Group 59">
            <a:extLst>
              <a:ext uri="{FF2B5EF4-FFF2-40B4-BE49-F238E27FC236}">
                <a16:creationId xmlns:a16="http://schemas.microsoft.com/office/drawing/2014/main" id="{4ABCD84F-9CEC-4C4C-A8E0-DC5134AE7F3E}"/>
              </a:ext>
            </a:extLst>
          </p:cNvPr>
          <p:cNvGrpSpPr/>
          <p:nvPr/>
        </p:nvGrpSpPr>
        <p:grpSpPr>
          <a:xfrm>
            <a:off x="515406" y="4506279"/>
            <a:ext cx="4845759" cy="1906043"/>
            <a:chOff x="515406" y="4340251"/>
            <a:chExt cx="4845759" cy="1906043"/>
          </a:xfrm>
        </p:grpSpPr>
        <p:sp>
          <p:nvSpPr>
            <p:cNvPr id="65" name="Rectangle 64">
              <a:extLst>
                <a:ext uri="{FF2B5EF4-FFF2-40B4-BE49-F238E27FC236}">
                  <a16:creationId xmlns:a16="http://schemas.microsoft.com/office/drawing/2014/main" id="{F4F54AEB-FF8F-9A47-A6F0-0E6907A96FEA}"/>
                </a:ext>
              </a:extLst>
            </p:cNvPr>
            <p:cNvSpPr/>
            <p:nvPr/>
          </p:nvSpPr>
          <p:spPr>
            <a:xfrm>
              <a:off x="515406" y="4340251"/>
              <a:ext cx="4845759" cy="1906043"/>
            </a:xfrm>
            <a:prstGeom prst="rect">
              <a:avLst/>
            </a:prstGeom>
            <a:solidFill>
              <a:schemeClr val="bg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sp>
          <p:nvSpPr>
            <p:cNvPr id="66" name="Rectangle 65">
              <a:extLst>
                <a:ext uri="{FF2B5EF4-FFF2-40B4-BE49-F238E27FC236}">
                  <a16:creationId xmlns:a16="http://schemas.microsoft.com/office/drawing/2014/main" id="{78E5B961-091B-8A46-A797-4C986704EA25}"/>
                </a:ext>
              </a:extLst>
            </p:cNvPr>
            <p:cNvSpPr/>
            <p:nvPr/>
          </p:nvSpPr>
          <p:spPr>
            <a:xfrm>
              <a:off x="687522" y="4586802"/>
              <a:ext cx="4441731" cy="1508105"/>
            </a:xfrm>
            <a:prstGeom prst="rect">
              <a:avLst/>
            </a:prstGeom>
          </p:spPr>
          <p:txBody>
            <a:bodyPr wrap="square">
              <a:spAutoFit/>
            </a:bodyPr>
            <a:lstStyle/>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Comprehensive and complete picture of the attack</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Details of abnormal user behavior and Lateral Movement</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Compromised Credentials connecting on the VPN from Singapore</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Assets affected: </a:t>
              </a:r>
              <a:r>
                <a:rPr kumimoji="0" lang="en-US" sz="1100" b="1" i="0" u="none" strike="noStrike" kern="0" cap="none" spc="0" normalizeH="0" baseline="0" noProof="0">
                  <a:ln>
                    <a:noFill/>
                  </a:ln>
                  <a:solidFill>
                    <a:srgbClr val="009D00">
                      <a:lumMod val="60000"/>
                      <a:lumOff val="40000"/>
                    </a:srgbClr>
                  </a:solidFill>
                  <a:effectLst/>
                  <a:uLnTx/>
                  <a:uFillTx/>
                  <a:latin typeface="Arial" panose="020B0604020202020204" pitchFamily="34" charset="0"/>
                  <a:ea typeface="+mj-ea"/>
                  <a:cs typeface="Arial" panose="020B0604020202020204" pitchFamily="34" charset="0"/>
                  <a:sym typeface="Calibri"/>
                </a:rPr>
                <a:t>759</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Number of credentials switched: </a:t>
              </a:r>
              <a:r>
                <a:rPr kumimoji="0" lang="en-US" sz="1100" b="1" i="0" u="none" strike="noStrike" kern="0" cap="none" spc="0" normalizeH="0" baseline="0" noProof="0">
                  <a:ln>
                    <a:noFill/>
                  </a:ln>
                  <a:solidFill>
                    <a:srgbClr val="009D00">
                      <a:lumMod val="60000"/>
                      <a:lumOff val="40000"/>
                    </a:srgbClr>
                  </a:solidFill>
                  <a:effectLst/>
                  <a:uLnTx/>
                  <a:uFillTx/>
                  <a:latin typeface="Arial" panose="020B0604020202020204" pitchFamily="34" charset="0"/>
                  <a:ea typeface="+mj-ea"/>
                  <a:cs typeface="Arial" panose="020B0604020202020204" pitchFamily="34" charset="0"/>
                  <a:sym typeface="Calibri"/>
                </a:rPr>
                <a:t>234</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notepad.exe running out of an abnormal directory C:\\PerfLogs\</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Detailed timeline of activities and assets</a:t>
              </a:r>
            </a:p>
          </p:txBody>
        </p:sp>
      </p:grpSp>
      <p:grpSp>
        <p:nvGrpSpPr>
          <p:cNvPr id="67" name="Group 66">
            <a:extLst>
              <a:ext uri="{FF2B5EF4-FFF2-40B4-BE49-F238E27FC236}">
                <a16:creationId xmlns:a16="http://schemas.microsoft.com/office/drawing/2014/main" id="{A071DCA6-8220-D94A-A7FA-B5FCCAB15D76}"/>
              </a:ext>
            </a:extLst>
          </p:cNvPr>
          <p:cNvGrpSpPr/>
          <p:nvPr/>
        </p:nvGrpSpPr>
        <p:grpSpPr>
          <a:xfrm>
            <a:off x="5717326" y="4506280"/>
            <a:ext cx="4845759" cy="1578650"/>
            <a:chOff x="5717326" y="4340252"/>
            <a:chExt cx="4845759" cy="1578650"/>
          </a:xfrm>
        </p:grpSpPr>
        <p:sp>
          <p:nvSpPr>
            <p:cNvPr id="68" name="Rectangle 67">
              <a:extLst>
                <a:ext uri="{FF2B5EF4-FFF2-40B4-BE49-F238E27FC236}">
                  <a16:creationId xmlns:a16="http://schemas.microsoft.com/office/drawing/2014/main" id="{9710FE46-4640-5440-AC63-8A02577D91D8}"/>
                </a:ext>
              </a:extLst>
            </p:cNvPr>
            <p:cNvSpPr/>
            <p:nvPr/>
          </p:nvSpPr>
          <p:spPr>
            <a:xfrm>
              <a:off x="5717326" y="4340252"/>
              <a:ext cx="4845759" cy="1578650"/>
            </a:xfrm>
            <a:prstGeom prst="rect">
              <a:avLst/>
            </a:prstGeom>
            <a:solidFill>
              <a:schemeClr val="bg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j-ea"/>
                <a:cs typeface="+mj-cs"/>
                <a:sym typeface="Calibri"/>
              </a:endParaRPr>
            </a:p>
          </p:txBody>
        </p:sp>
        <p:sp>
          <p:nvSpPr>
            <p:cNvPr id="69" name="Rectangle 68">
              <a:extLst>
                <a:ext uri="{FF2B5EF4-FFF2-40B4-BE49-F238E27FC236}">
                  <a16:creationId xmlns:a16="http://schemas.microsoft.com/office/drawing/2014/main" id="{C9F7B298-3711-A94D-A9C6-A2122447BF94}"/>
                </a:ext>
              </a:extLst>
            </p:cNvPr>
            <p:cNvSpPr/>
            <p:nvPr/>
          </p:nvSpPr>
          <p:spPr>
            <a:xfrm>
              <a:off x="5889442" y="4586802"/>
              <a:ext cx="4441731" cy="1092607"/>
            </a:xfrm>
            <a:prstGeom prst="rect">
              <a:avLst/>
            </a:prstGeom>
          </p:spPr>
          <p:txBody>
            <a:bodyPr wrap="square">
              <a:spAutoFit/>
            </a:bodyPr>
            <a:lstStyle/>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Remediation of the entire threat</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Led to resetting all 234 credentials</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Informed the need to preform AV scans of all assets involved</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Helped review all users as assets to identify abnormal activities</a:t>
              </a:r>
            </a:p>
            <a:p>
              <a:pPr marL="171450" marR="0" lvl="0" indent="-171450" algn="l" defTabSz="914400" rtl="0" eaLnBrk="1" fontAlgn="auto" latinLnBrk="0" hangingPunct="0">
                <a:lnSpc>
                  <a:spcPct val="100000"/>
                </a:lnSpc>
                <a:spcBef>
                  <a:spcPts val="0"/>
                </a:spcBef>
                <a:spcAft>
                  <a:spcPts val="300"/>
                </a:spcAft>
                <a:buClrTx/>
                <a:buSzTx/>
                <a:buFont typeface="Wingdings" pitchFamily="2" charset="2"/>
                <a:buChar char="§"/>
                <a:tabLst/>
                <a:defRPr/>
              </a:pPr>
              <a:r>
                <a:rPr kumimoji="0" lang="en-US" sz="1100" b="0"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Insights helped decision to clean up ServerX</a:t>
              </a:r>
            </a:p>
          </p:txBody>
        </p:sp>
      </p:grpSp>
      <p:sp>
        <p:nvSpPr>
          <p:cNvPr id="70" name="TextBox 69">
            <a:extLst>
              <a:ext uri="{FF2B5EF4-FFF2-40B4-BE49-F238E27FC236}">
                <a16:creationId xmlns:a16="http://schemas.microsoft.com/office/drawing/2014/main" id="{36A980AC-98DA-9442-B1BB-EC7E58915147}"/>
              </a:ext>
            </a:extLst>
          </p:cNvPr>
          <p:cNvSpPr txBox="1"/>
          <p:nvPr/>
        </p:nvSpPr>
        <p:spPr>
          <a:xfrm>
            <a:off x="515405" y="4350483"/>
            <a:ext cx="3530845" cy="307777"/>
          </a:xfrm>
          <a:prstGeom prst="rect">
            <a:avLst/>
          </a:prstGeom>
          <a:solidFill>
            <a:schemeClr val="accent1"/>
          </a:solidFill>
        </p:spPr>
        <p:txBody>
          <a:bodyPr wrap="square" lIns="182880" rtlCol="0">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What did Exabeam detect</a:t>
            </a:r>
          </a:p>
        </p:txBody>
      </p:sp>
      <p:sp>
        <p:nvSpPr>
          <p:cNvPr id="71" name="TextBox 70">
            <a:extLst>
              <a:ext uri="{FF2B5EF4-FFF2-40B4-BE49-F238E27FC236}">
                <a16:creationId xmlns:a16="http://schemas.microsoft.com/office/drawing/2014/main" id="{737A27C6-59C3-594C-B774-E168EA9ECB70}"/>
              </a:ext>
            </a:extLst>
          </p:cNvPr>
          <p:cNvSpPr txBox="1"/>
          <p:nvPr/>
        </p:nvSpPr>
        <p:spPr>
          <a:xfrm>
            <a:off x="5717325" y="4350483"/>
            <a:ext cx="3530845" cy="307777"/>
          </a:xfrm>
          <a:prstGeom prst="rect">
            <a:avLst/>
          </a:prstGeom>
          <a:solidFill>
            <a:schemeClr val="accent1"/>
          </a:solidFill>
        </p:spPr>
        <p:txBody>
          <a:bodyPr wrap="square" lIns="182880" rtlCol="0">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pitchFamily="34" charset="0"/>
                <a:ea typeface="+mj-ea"/>
                <a:cs typeface="Arial" panose="020B0604020202020204" pitchFamily="34" charset="0"/>
                <a:sym typeface="Calibri"/>
              </a:rPr>
              <a:t>Outcomes enabled by Exabeam</a:t>
            </a:r>
          </a:p>
        </p:txBody>
      </p:sp>
      <p:sp>
        <p:nvSpPr>
          <p:cNvPr id="2" name="TextBox 1">
            <a:extLst>
              <a:ext uri="{FF2B5EF4-FFF2-40B4-BE49-F238E27FC236}">
                <a16:creationId xmlns:a16="http://schemas.microsoft.com/office/drawing/2014/main" id="{0B97E168-8747-6742-8C7F-8737EA867C9C}"/>
              </a:ext>
            </a:extLst>
          </p:cNvPr>
          <p:cNvSpPr txBox="1"/>
          <p:nvPr/>
        </p:nvSpPr>
        <p:spPr>
          <a:xfrm>
            <a:off x="978322" y="3991575"/>
            <a:ext cx="11057448" cy="9171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432" tIns="27432" rIns="27432" bIns="27432"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9D00"/>
                </a:solidFill>
                <a:effectLst/>
                <a:uLnTx/>
                <a:uFillTx/>
                <a:latin typeface="Arial" panose="020B0604020202020204"/>
                <a:ea typeface="+mj-ea"/>
                <a:cs typeface="+mj-cs"/>
                <a:sym typeface="Calibri"/>
              </a:rPr>
              <a:t>What was the initial user access – location, OS, browser?</a:t>
            </a:r>
            <a:endParaRPr kumimoji="0" lang="en-US" sz="2800" b="1" i="0" u="none" strike="noStrike" kern="1200" cap="none" spc="0" normalizeH="0" baseline="0" noProof="0" dirty="0">
              <a:ln>
                <a:noFill/>
              </a:ln>
              <a:solidFill>
                <a:srgbClr val="009D00"/>
              </a:solidFill>
              <a:effectLst/>
              <a:uLnTx/>
              <a:uFillTx/>
              <a:latin typeface="Arial" panose="020B0604020202020204"/>
              <a:ea typeface="+mj-ea"/>
              <a:cs typeface="+mj-cs"/>
              <a:sym typeface="Calibri"/>
            </a:endParaRP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err="1">
              <a:ln>
                <a:noFill/>
              </a:ln>
              <a:solidFill>
                <a:srgbClr val="009D00"/>
              </a:solidFill>
              <a:effectLst/>
              <a:uLnTx/>
              <a:uFillTx/>
              <a:latin typeface="Arial" panose="020B0604020202020204"/>
              <a:ea typeface="+mj-ea"/>
              <a:cs typeface="+mj-cs"/>
              <a:sym typeface="Calibri"/>
            </a:endParaRPr>
          </a:p>
        </p:txBody>
      </p:sp>
      <p:sp>
        <p:nvSpPr>
          <p:cNvPr id="42" name="TextBox 41">
            <a:extLst>
              <a:ext uri="{FF2B5EF4-FFF2-40B4-BE49-F238E27FC236}">
                <a16:creationId xmlns:a16="http://schemas.microsoft.com/office/drawing/2014/main" id="{3AF461EB-32A6-3D44-BA9A-8F5074B9E034}"/>
              </a:ext>
            </a:extLst>
          </p:cNvPr>
          <p:cNvSpPr txBox="1"/>
          <p:nvPr/>
        </p:nvSpPr>
        <p:spPr>
          <a:xfrm>
            <a:off x="2246594" y="3872853"/>
            <a:ext cx="9000080" cy="15327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432" tIns="27432" rIns="27432" bIns="27432" numCol="1" spcCol="38100" rtlCol="0" anchor="t">
            <a:spAutoFit/>
          </a:body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9D00"/>
                </a:solidFill>
                <a:effectLst/>
                <a:uLnTx/>
                <a:uFillTx/>
                <a:latin typeface="Arial" panose="020B0604020202020204"/>
                <a:ea typeface="+mj-ea"/>
                <a:cs typeface="+mj-cs"/>
                <a:sym typeface="Calibri"/>
              </a:rPr>
              <a:t>Where did they go in the environment?</a:t>
            </a:r>
          </a:p>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9D00"/>
                </a:solidFill>
                <a:effectLst/>
                <a:uLnTx/>
                <a:uFillTx/>
                <a:latin typeface="Arial" panose="020B0604020202020204"/>
                <a:ea typeface="+mj-ea"/>
                <a:cs typeface="+mj-cs"/>
                <a:sym typeface="Calibri"/>
              </a:rPr>
              <a:t>What assets did the user access?</a:t>
            </a:r>
          </a:p>
        </p:txBody>
      </p:sp>
      <p:sp>
        <p:nvSpPr>
          <p:cNvPr id="43" name="TextBox 42">
            <a:extLst>
              <a:ext uri="{FF2B5EF4-FFF2-40B4-BE49-F238E27FC236}">
                <a16:creationId xmlns:a16="http://schemas.microsoft.com/office/drawing/2014/main" id="{6DC9654D-BE48-7943-B1BA-C1365E5440ED}"/>
              </a:ext>
            </a:extLst>
          </p:cNvPr>
          <p:cNvSpPr txBox="1"/>
          <p:nvPr/>
        </p:nvSpPr>
        <p:spPr>
          <a:xfrm>
            <a:off x="515404" y="4325937"/>
            <a:ext cx="11536049" cy="7940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7432" tIns="27432" rIns="27432" bIns="27432" numCol="1" spcCol="38100" rtlCol="0" anchor="t">
            <a:spAutoFit/>
          </a:body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009D00"/>
                </a:solidFill>
                <a:effectLst/>
                <a:uLnTx/>
                <a:uFillTx/>
                <a:latin typeface="Arial" panose="020B0604020202020204"/>
                <a:ea typeface="+mj-ea"/>
                <a:cs typeface="+mj-cs"/>
                <a:sym typeface="Calibri"/>
              </a:rPr>
              <a:t>Did the attacker escalate privileges or switch </a:t>
            </a:r>
            <a:r>
              <a:rPr kumimoji="0" lang="en-US" sz="3200" b="1" i="0" u="none" strike="noStrike" kern="0" cap="none" spc="0" normalizeH="0" baseline="0" noProof="0" dirty="0">
                <a:ln>
                  <a:noFill/>
                </a:ln>
                <a:solidFill>
                  <a:srgbClr val="009D00"/>
                </a:solidFill>
                <a:effectLst/>
                <a:uLnTx/>
                <a:uFillTx/>
                <a:latin typeface="Arial" panose="020B0604020202020204"/>
                <a:ea typeface="+mj-ea"/>
                <a:cs typeface="Arial"/>
                <a:sym typeface="Calibri"/>
              </a:rPr>
              <a:t>credentials?</a:t>
            </a:r>
          </a:p>
        </p:txBody>
      </p:sp>
    </p:spTree>
    <p:extLst>
      <p:ext uri="{BB962C8B-B14F-4D97-AF65-F5344CB8AC3E}">
        <p14:creationId xmlns:p14="http://schemas.microsoft.com/office/powerpoint/2010/main" val="4281380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10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1000"/>
                                        <p:tgtEl>
                                          <p:spTgt spid="51"/>
                                        </p:tgtEl>
                                      </p:cBhvr>
                                    </p:animEffect>
                                  </p:childTnLst>
                                </p:cTn>
                              </p:par>
                              <p:par>
                                <p:cTn id="38" presetID="10" presetClass="entr" presetSubtype="0" fill="hold"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1000"/>
                                        <p:tgtEl>
                                          <p:spTgt spid="47"/>
                                        </p:tgtEl>
                                      </p:cBhvr>
                                    </p:animEffect>
                                  </p:childTnLst>
                                </p:cTn>
                              </p:par>
                            </p:childTnLst>
                          </p:cTn>
                        </p:par>
                        <p:par>
                          <p:cTn id="41" fill="hold">
                            <p:stCondLst>
                              <p:cond delay="1000"/>
                            </p:stCondLst>
                            <p:childTnLst>
                              <p:par>
                                <p:cTn id="42" presetID="10" presetClass="entr" presetSubtype="0"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1000"/>
                                        <p:tgtEl>
                                          <p:spTgt spid="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childTnLst>
                          </p:cTn>
                        </p:par>
                        <p:par>
                          <p:cTn id="51" fill="hold">
                            <p:stCondLst>
                              <p:cond delay="2000"/>
                            </p:stCondLst>
                            <p:childTnLst>
                              <p:par>
                                <p:cTn id="52" presetID="10" presetClass="entr" presetSubtype="0" fill="hold" grpId="0" nodeType="after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fade">
                                      <p:cBhvr>
                                        <p:cTn id="54" dur="1000"/>
                                        <p:tgtEl>
                                          <p:spTgt spid="52"/>
                                        </p:tgtEl>
                                      </p:cBhvr>
                                    </p:animEffect>
                                  </p:childTnLst>
                                </p:cTn>
                              </p:par>
                              <p:par>
                                <p:cTn id="55" presetID="10"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1000"/>
                                        <p:tgtEl>
                                          <p:spTgt spid="54"/>
                                        </p:tgtEl>
                                      </p:cBhvr>
                                    </p:animEffect>
                                  </p:childTnLst>
                                </p:cTn>
                              </p:par>
                            </p:childTnLst>
                          </p:cTn>
                        </p:par>
                        <p:par>
                          <p:cTn id="58" fill="hold">
                            <p:stCondLst>
                              <p:cond delay="3000"/>
                            </p:stCondLst>
                            <p:childTnLst>
                              <p:par>
                                <p:cTn id="59" presetID="10" presetClass="entr" presetSubtype="0" fill="hold" grpId="0" nodeType="after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10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10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fade">
                                      <p:cBhvr>
                                        <p:cTn id="75" dur="1000"/>
                                        <p:tgtEl>
                                          <p:spTgt spid="64"/>
                                        </p:tgtEl>
                                      </p:cBhvr>
                                    </p:animEffect>
                                  </p:childTnLst>
                                </p:cTn>
                              </p:par>
                              <p:par>
                                <p:cTn id="76" presetID="10" presetClass="entr" presetSubtype="0" fill="hold" nodeType="with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fade">
                                      <p:cBhvr>
                                        <p:cTn id="78" dur="1000"/>
                                        <p:tgtEl>
                                          <p:spTgt spid="55"/>
                                        </p:tgtEl>
                                      </p:cBhvr>
                                    </p:animEffect>
                                  </p:childTnLst>
                                </p:cTn>
                              </p:par>
                            </p:childTnLst>
                          </p:cTn>
                        </p:par>
                        <p:par>
                          <p:cTn id="79" fill="hold">
                            <p:stCondLst>
                              <p:cond delay="1000"/>
                            </p:stCondLst>
                            <p:childTnLst>
                              <p:par>
                                <p:cTn id="80" presetID="10" presetClass="entr" presetSubtype="0"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10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70"/>
                                        </p:tgtEl>
                                        <p:attrNameLst>
                                          <p:attrName>style.visibility</p:attrName>
                                        </p:attrNameLst>
                                      </p:cBhvr>
                                      <p:to>
                                        <p:strVal val="visible"/>
                                      </p:to>
                                    </p:set>
                                    <p:animEffect transition="in" filter="fade">
                                      <p:cBhvr>
                                        <p:cTn id="87" dur="500"/>
                                        <p:tgtEl>
                                          <p:spTgt spid="70"/>
                                        </p:tgtEl>
                                      </p:cBhvr>
                                    </p:animEffect>
                                  </p:childTnLst>
                                </p:cTn>
                              </p:par>
                            </p:childTnLst>
                          </p:cTn>
                        </p:par>
                        <p:par>
                          <p:cTn id="88" fill="hold">
                            <p:stCondLst>
                              <p:cond delay="500"/>
                            </p:stCondLst>
                            <p:childTnLst>
                              <p:par>
                                <p:cTn id="89" presetID="10" presetClass="entr" presetSubtype="0" fill="hold" nodeType="after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500"/>
                                        <p:tgtEl>
                                          <p:spTgt spid="6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71"/>
                                        </p:tgtEl>
                                        <p:attrNameLst>
                                          <p:attrName>style.visibility</p:attrName>
                                        </p:attrNameLst>
                                      </p:cBhvr>
                                      <p:to>
                                        <p:strVal val="visible"/>
                                      </p:to>
                                    </p:set>
                                    <p:animEffect transition="in" filter="fade">
                                      <p:cBhvr>
                                        <p:cTn id="96" dur="500"/>
                                        <p:tgtEl>
                                          <p:spTgt spid="71"/>
                                        </p:tgtEl>
                                      </p:cBhvr>
                                    </p:animEffect>
                                  </p:childTnLst>
                                </p:cTn>
                              </p:par>
                            </p:childTnLst>
                          </p:cTn>
                        </p:par>
                        <p:par>
                          <p:cTn id="97" fill="hold">
                            <p:stCondLst>
                              <p:cond delay="500"/>
                            </p:stCondLst>
                            <p:childTnLst>
                              <p:par>
                                <p:cTn id="98" presetID="10" presetClass="entr" presetSubtype="0" fill="hold" nodeType="afterEffect">
                                  <p:stCondLst>
                                    <p:cond delay="0"/>
                                  </p:stCondLst>
                                  <p:childTnLst>
                                    <p:set>
                                      <p:cBhvr>
                                        <p:cTn id="99" dur="1" fill="hold">
                                          <p:stCondLst>
                                            <p:cond delay="0"/>
                                          </p:stCondLst>
                                        </p:cTn>
                                        <p:tgtEl>
                                          <p:spTgt spid="67"/>
                                        </p:tgtEl>
                                        <p:attrNameLst>
                                          <p:attrName>style.visibility</p:attrName>
                                        </p:attrNameLst>
                                      </p:cBhvr>
                                      <p:to>
                                        <p:strVal val="visible"/>
                                      </p:to>
                                    </p:set>
                                    <p:animEffect transition="in" filter="fade">
                                      <p:cBhvr>
                                        <p:cTn id="100"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1" grpId="0"/>
      <p:bldP spid="52" grpId="0"/>
      <p:bldP spid="57" grpId="0"/>
      <p:bldP spid="58" grpId="0"/>
      <p:bldP spid="64" grpId="0"/>
      <p:bldP spid="34" grpId="0"/>
      <p:bldP spid="35" grpId="0"/>
      <p:bldP spid="36" grpId="0"/>
      <p:bldP spid="37" grpId="0"/>
      <p:bldP spid="39" grpId="0"/>
      <p:bldP spid="40" grpId="0"/>
      <p:bldP spid="70" grpId="0" animBg="1"/>
      <p:bldP spid="71" grpId="0" animBg="1"/>
      <p:bldP spid="2" grpId="0"/>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575187" y="623"/>
            <a:ext cx="11208774" cy="1066800"/>
          </a:xfrm>
          <a:prstGeom prst="rect">
            <a:avLst/>
          </a:prstGeom>
          <a:noFill/>
          <a:ln>
            <a:noFill/>
          </a:ln>
        </p:spPr>
        <p:txBody>
          <a:bodyPr spcFirstLastPara="1" wrap="square" lIns="27425" tIns="27425" rIns="27425" bIns="27425" anchor="b" anchorCtr="0">
            <a:noAutofit/>
          </a:bodyPr>
          <a:lstStyle/>
          <a:p>
            <a:pPr marL="0" lvl="0" indent="0" algn="l" rtl="0">
              <a:lnSpc>
                <a:spcPct val="90000"/>
              </a:lnSpc>
              <a:spcBef>
                <a:spcPts val="0"/>
              </a:spcBef>
              <a:spcAft>
                <a:spcPts val="0"/>
              </a:spcAft>
              <a:buClr>
                <a:schemeClr val="dk1"/>
              </a:buClr>
              <a:buSzPts val="3200"/>
              <a:buFont typeface="Calibri"/>
              <a:buNone/>
            </a:pPr>
            <a:r>
              <a:rPr lang="en-US" dirty="0"/>
              <a:t>Player Instructions </a:t>
            </a:r>
            <a:endParaRPr dirty="0"/>
          </a:p>
        </p:txBody>
      </p:sp>
      <p:sp>
        <p:nvSpPr>
          <p:cNvPr id="122" name="Google Shape;122;p4"/>
          <p:cNvSpPr txBox="1">
            <a:spLocks noGrp="1"/>
          </p:cNvSpPr>
          <p:nvPr>
            <p:ph type="body" idx="1"/>
          </p:nvPr>
        </p:nvSpPr>
        <p:spPr>
          <a:xfrm>
            <a:off x="848754" y="1243475"/>
            <a:ext cx="10780958" cy="4879144"/>
          </a:xfrm>
          <a:prstGeom prst="rect">
            <a:avLst/>
          </a:prstGeom>
          <a:noFill/>
          <a:ln>
            <a:noFill/>
          </a:ln>
        </p:spPr>
        <p:txBody>
          <a:bodyPr spcFirstLastPara="1" wrap="square" lIns="27425" tIns="27425" rIns="27425" bIns="27425" anchor="t" anchorCtr="0">
            <a:noAutofit/>
          </a:bodyPr>
          <a:lstStyle/>
          <a:p>
            <a:pPr marL="365125" lvl="0" indent="-342900">
              <a:spcBef>
                <a:spcPts val="0"/>
              </a:spcBef>
              <a:buSzPts val="2000"/>
              <a:buFont typeface="Wingdings" pitchFamily="2" charset="2"/>
              <a:buChar char="Ø"/>
            </a:pPr>
            <a:r>
              <a:rPr lang="en-US" sz="2000" b="1" dirty="0"/>
              <a:t>Open the Hunter Game UI: </a:t>
            </a:r>
            <a:r>
              <a:rPr lang="en-US" sz="2000" b="1" dirty="0">
                <a:solidFill>
                  <a:srgbClr val="0070C0"/>
                </a:solidFill>
              </a:rPr>
              <a:t>https://ctf-0-event.exalabs.io</a:t>
            </a: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rPr>
              <a:t>Register &gt; Pick Your Username (Make It Fun…But Clean) </a:t>
            </a:r>
            <a:r>
              <a:rPr lang="en-US" sz="2000" b="1" dirty="0">
                <a:solidFill>
                  <a:schemeClr val="tx1"/>
                </a:solidFill>
                <a:sym typeface="Wingdings" pitchFamily="2" charset="2"/>
              </a:rPr>
              <a:t> </a:t>
            </a: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sym typeface="Wingdings" pitchFamily="2" charset="2"/>
              </a:rPr>
              <a:t>Join Team &gt; Login Info Provided</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Quick Demo on Advanced</a:t>
            </a:r>
          </a:p>
          <a:p>
            <a:pPr marL="22225" lvl="0" indent="0" algn="l" rtl="0">
              <a:lnSpc>
                <a:spcPct val="95000"/>
              </a:lnSpc>
              <a:spcBef>
                <a:spcPts val="0"/>
              </a:spcBef>
              <a:spcAft>
                <a:spcPts val="0"/>
              </a:spcAft>
              <a:buSzPts val="2000"/>
              <a:buNone/>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Sign-In to the Advanced Analytics Environment</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Teams will be sent to breakout rooms to play the game!</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Please Note: You will be working from both UI’s shown here: </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22225" lvl="0" indent="0" algn="l" rtl="0">
              <a:lnSpc>
                <a:spcPct val="95000"/>
              </a:lnSpc>
              <a:spcBef>
                <a:spcPts val="0"/>
              </a:spcBef>
              <a:spcAft>
                <a:spcPts val="0"/>
              </a:spcAft>
              <a:buSzPts val="2000"/>
              <a:buNone/>
            </a:pPr>
            <a:endParaRPr lang="en-US" sz="2000" dirty="0">
              <a:solidFill>
                <a:schemeClr val="tx1"/>
              </a:solidFill>
            </a:endParaRPr>
          </a:p>
        </p:txBody>
      </p:sp>
      <p:sp>
        <p:nvSpPr>
          <p:cNvPr id="123" name="Google Shape;123;p4"/>
          <p:cNvSpPr txBox="1">
            <a:spLocks noGrp="1"/>
          </p:cNvSpPr>
          <p:nvPr>
            <p:ph type="sldNum" idx="12"/>
          </p:nvPr>
        </p:nvSpPr>
        <p:spPr>
          <a:xfrm>
            <a:off x="558089" y="6585198"/>
            <a:ext cx="508000" cy="141577"/>
          </a:xfrm>
          <a:prstGeom prst="rect">
            <a:avLst/>
          </a:prstGeom>
          <a:noFill/>
          <a:ln>
            <a:noFill/>
          </a:ln>
        </p:spPr>
        <p:txBody>
          <a:bodyPr spcFirstLastPara="1" wrap="square" lIns="9125" tIns="9125" rIns="9125" bIns="9125" anchor="b" anchorCtr="0">
            <a:spAutoFit/>
          </a:bodyPr>
          <a:lstStyle/>
          <a:p>
            <a:pPr marL="0" lvl="0" indent="0" algn="l" rtl="0">
              <a:spcBef>
                <a:spcPts val="0"/>
              </a:spcBef>
              <a:spcAft>
                <a:spcPts val="0"/>
              </a:spcAft>
              <a:buNone/>
            </a:pPr>
            <a:fld id="{00000000-1234-1234-1234-123412341234}" type="slidenum">
              <a:rPr lang="en-US"/>
              <a:t>5</a:t>
            </a:fld>
            <a:endParaRPr/>
          </a:p>
        </p:txBody>
      </p:sp>
      <p:sp>
        <p:nvSpPr>
          <p:cNvPr id="124" name="Google Shape;124;p4"/>
          <p:cNvSpPr txBox="1">
            <a:spLocks noGrp="1"/>
          </p:cNvSpPr>
          <p:nvPr>
            <p:ph type="ftr" idx="11"/>
          </p:nvPr>
        </p:nvSpPr>
        <p:spPr>
          <a:xfrm>
            <a:off x="848754" y="6551305"/>
            <a:ext cx="7972037" cy="226949"/>
          </a:xfrm>
          <a:prstGeom prst="rect">
            <a:avLst/>
          </a:prstGeom>
          <a:noFill/>
          <a:ln>
            <a:noFill/>
          </a:ln>
        </p:spPr>
        <p:txBody>
          <a:bodyPr spcFirstLastPara="1" wrap="square" lIns="0" tIns="45700" rIns="91425" bIns="45700" anchor="ctr" anchorCtr="0">
            <a:noAutofit/>
          </a:bodyPr>
          <a:lstStyle/>
          <a:p>
            <a:pPr marL="0" lvl="0" indent="0" algn="l" rtl="0">
              <a:spcBef>
                <a:spcPts val="0"/>
              </a:spcBef>
              <a:spcAft>
                <a:spcPts val="0"/>
              </a:spcAft>
              <a:buNone/>
            </a:pPr>
            <a:r>
              <a:rPr lang="en-US"/>
              <a:t>Copyright © 2018 Exabeam, Inc. All Rights Reserved. CONFIDENTIAL.</a:t>
            </a:r>
            <a:endParaRPr/>
          </a:p>
        </p:txBody>
      </p:sp>
      <p:pic>
        <p:nvPicPr>
          <p:cNvPr id="3" name="Picture 2" descr="Graphical user interface, application&#10;&#10;Description automatically generated">
            <a:extLst>
              <a:ext uri="{FF2B5EF4-FFF2-40B4-BE49-F238E27FC236}">
                <a16:creationId xmlns:a16="http://schemas.microsoft.com/office/drawing/2014/main" id="{F9A7E205-9C2A-0141-A759-D7E913216A7E}"/>
              </a:ext>
            </a:extLst>
          </p:cNvPr>
          <p:cNvPicPr>
            <a:picLocks noChangeAspect="1"/>
          </p:cNvPicPr>
          <p:nvPr/>
        </p:nvPicPr>
        <p:blipFill>
          <a:blip r:embed="rId3"/>
          <a:stretch>
            <a:fillRect/>
          </a:stretch>
        </p:blipFill>
        <p:spPr>
          <a:xfrm>
            <a:off x="1066089" y="3966839"/>
            <a:ext cx="3566137" cy="2387069"/>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6E616571-335D-C942-8B60-F46A6E198996}"/>
              </a:ext>
            </a:extLst>
          </p:cNvPr>
          <p:cNvPicPr>
            <a:picLocks noChangeAspect="1"/>
          </p:cNvPicPr>
          <p:nvPr/>
        </p:nvPicPr>
        <p:blipFill>
          <a:blip r:embed="rId4"/>
          <a:stretch>
            <a:fillRect/>
          </a:stretch>
        </p:blipFill>
        <p:spPr>
          <a:xfrm>
            <a:off x="5484063" y="3966839"/>
            <a:ext cx="4717977" cy="2653862"/>
          </a:xfrm>
          <a:prstGeom prst="rect">
            <a:avLst/>
          </a:prstGeom>
        </p:spPr>
      </p:pic>
    </p:spTree>
    <p:extLst>
      <p:ext uri="{BB962C8B-B14F-4D97-AF65-F5344CB8AC3E}">
        <p14:creationId xmlns:p14="http://schemas.microsoft.com/office/powerpoint/2010/main" val="2334637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F4253C-AA45-5B43-91B3-03153F26F669}"/>
              </a:ext>
            </a:extLst>
          </p:cNvPr>
          <p:cNvSpPr>
            <a:spLocks noGrp="1"/>
          </p:cNvSpPr>
          <p:nvPr>
            <p:ph type="title"/>
          </p:nvPr>
        </p:nvSpPr>
        <p:spPr/>
        <p:txBody>
          <a:bodyPr/>
          <a:lstStyle/>
          <a:p>
            <a:r>
              <a:rPr lang="en-US" dirty="0"/>
              <a:t>Team Assignments</a:t>
            </a:r>
          </a:p>
        </p:txBody>
      </p:sp>
      <p:sp>
        <p:nvSpPr>
          <p:cNvPr id="5" name="Slide Number Placeholder 4">
            <a:extLst>
              <a:ext uri="{FF2B5EF4-FFF2-40B4-BE49-F238E27FC236}">
                <a16:creationId xmlns:a16="http://schemas.microsoft.com/office/drawing/2014/main" id="{AB25E049-FFD7-7042-AF99-999525F4D7D4}"/>
              </a:ext>
            </a:extLst>
          </p:cNvPr>
          <p:cNvSpPr>
            <a:spLocks noGrp="1"/>
          </p:cNvSpPr>
          <p:nvPr>
            <p:ph type="sldNum" sz="quarter" idx="4"/>
          </p:nvPr>
        </p:nvSpPr>
        <p:spPr/>
        <p:txBody>
          <a:bodyPr/>
          <a:lstStyle/>
          <a:p>
            <a:fld id="{CAD4E159-DA56-4174-ADE5-0B793815410F}" type="slidenum">
              <a:rPr lang="en-US" smtClean="0"/>
              <a:pPr/>
              <a:t>6</a:t>
            </a:fld>
            <a:endParaRPr lang="en-US" dirty="0"/>
          </a:p>
        </p:txBody>
      </p:sp>
      <p:sp>
        <p:nvSpPr>
          <p:cNvPr id="6" name="Footer Placeholder 5">
            <a:extLst>
              <a:ext uri="{FF2B5EF4-FFF2-40B4-BE49-F238E27FC236}">
                <a16:creationId xmlns:a16="http://schemas.microsoft.com/office/drawing/2014/main" id="{04ADA966-8A60-F043-AC8E-BA9B396D2AA9}"/>
              </a:ext>
            </a:extLst>
          </p:cNvPr>
          <p:cNvSpPr>
            <a:spLocks noGrp="1"/>
          </p:cNvSpPr>
          <p:nvPr>
            <p:ph type="ftr" sz="quarter" idx="3"/>
          </p:nvPr>
        </p:nvSpPr>
        <p:spPr/>
        <p:txBody>
          <a:bodyPr/>
          <a:lstStyle/>
          <a:p>
            <a:r>
              <a:rPr lang="en-US"/>
              <a:t>Copyright © 2020 Exabeam, Inc. All Rights Reserved. CONFIDENTIAL.</a:t>
            </a:r>
          </a:p>
        </p:txBody>
      </p:sp>
      <p:graphicFrame>
        <p:nvGraphicFramePr>
          <p:cNvPr id="9" name="Table 9">
            <a:extLst>
              <a:ext uri="{FF2B5EF4-FFF2-40B4-BE49-F238E27FC236}">
                <a16:creationId xmlns:a16="http://schemas.microsoft.com/office/drawing/2014/main" id="{0708521B-6572-9144-8E8E-EAEB0D39C509}"/>
              </a:ext>
            </a:extLst>
          </p:cNvPr>
          <p:cNvGraphicFramePr>
            <a:graphicFrameLocks noGrp="1"/>
          </p:cNvGraphicFramePr>
          <p:nvPr>
            <p:extLst>
              <p:ext uri="{D42A27DB-BD31-4B8C-83A1-F6EECF244321}">
                <p14:modId xmlns:p14="http://schemas.microsoft.com/office/powerpoint/2010/main" val="1137763568"/>
              </p:ext>
            </p:extLst>
          </p:nvPr>
        </p:nvGraphicFramePr>
        <p:xfrm>
          <a:off x="43982" y="1234440"/>
          <a:ext cx="4953687" cy="2790825"/>
        </p:xfrm>
        <a:graphic>
          <a:graphicData uri="http://schemas.openxmlformats.org/drawingml/2006/table">
            <a:tbl>
              <a:tblPr firstRow="1" bandRow="1">
                <a:tableStyleId>{5C22544A-7EE6-4342-B048-85BDC9FD1C3A}</a:tableStyleId>
              </a:tblPr>
              <a:tblGrid>
                <a:gridCol w="1651229">
                  <a:extLst>
                    <a:ext uri="{9D8B030D-6E8A-4147-A177-3AD203B41FA5}">
                      <a16:colId xmlns:a16="http://schemas.microsoft.com/office/drawing/2014/main" val="2442272821"/>
                    </a:ext>
                  </a:extLst>
                </a:gridCol>
                <a:gridCol w="1651229">
                  <a:extLst>
                    <a:ext uri="{9D8B030D-6E8A-4147-A177-3AD203B41FA5}">
                      <a16:colId xmlns:a16="http://schemas.microsoft.com/office/drawing/2014/main" val="897082867"/>
                    </a:ext>
                  </a:extLst>
                </a:gridCol>
                <a:gridCol w="1651229">
                  <a:extLst>
                    <a:ext uri="{9D8B030D-6E8A-4147-A177-3AD203B41FA5}">
                      <a16:colId xmlns:a16="http://schemas.microsoft.com/office/drawing/2014/main" val="2091975140"/>
                    </a:ext>
                  </a:extLst>
                </a:gridCol>
              </a:tblGrid>
              <a:tr h="17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1 (District 1 | District@1)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2 (District 2 | District@2)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3 (District 3 | District@3)</a:t>
                      </a:r>
                    </a:p>
                  </a:txBody>
                  <a:tcPr/>
                </a:tc>
                <a:extLst>
                  <a:ext uri="{0D108BD9-81ED-4DB2-BD59-A6C34878D82A}">
                    <a16:rowId xmlns:a16="http://schemas.microsoft.com/office/drawing/2014/main" val="1890716932"/>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836678098"/>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425044523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002155467"/>
                  </a:ext>
                </a:extLst>
              </a:tr>
              <a:tr h="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227455571"/>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108646252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l" fontAlgn="b"/>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40894871"/>
                  </a:ext>
                </a:extLst>
              </a:tr>
            </a:tbl>
          </a:graphicData>
        </a:graphic>
      </p:graphicFrame>
      <p:graphicFrame>
        <p:nvGraphicFramePr>
          <p:cNvPr id="14" name="Table 9">
            <a:extLst>
              <a:ext uri="{FF2B5EF4-FFF2-40B4-BE49-F238E27FC236}">
                <a16:creationId xmlns:a16="http://schemas.microsoft.com/office/drawing/2014/main" id="{7DAA1DE3-1023-104D-A3F3-8F348BAEBE7D}"/>
              </a:ext>
            </a:extLst>
          </p:cNvPr>
          <p:cNvGraphicFramePr>
            <a:graphicFrameLocks noGrp="1"/>
          </p:cNvGraphicFramePr>
          <p:nvPr>
            <p:extLst>
              <p:ext uri="{D42A27DB-BD31-4B8C-83A1-F6EECF244321}">
                <p14:modId xmlns:p14="http://schemas.microsoft.com/office/powerpoint/2010/main" val="1365348988"/>
              </p:ext>
            </p:extLst>
          </p:nvPr>
        </p:nvGraphicFramePr>
        <p:xfrm>
          <a:off x="43981" y="3875926"/>
          <a:ext cx="4953687" cy="2790825"/>
        </p:xfrm>
        <a:graphic>
          <a:graphicData uri="http://schemas.openxmlformats.org/drawingml/2006/table">
            <a:tbl>
              <a:tblPr firstRow="1" bandRow="1">
                <a:tableStyleId>{5C22544A-7EE6-4342-B048-85BDC9FD1C3A}</a:tableStyleId>
              </a:tblPr>
              <a:tblGrid>
                <a:gridCol w="1651229">
                  <a:extLst>
                    <a:ext uri="{9D8B030D-6E8A-4147-A177-3AD203B41FA5}">
                      <a16:colId xmlns:a16="http://schemas.microsoft.com/office/drawing/2014/main" val="2442272821"/>
                    </a:ext>
                  </a:extLst>
                </a:gridCol>
                <a:gridCol w="1651229">
                  <a:extLst>
                    <a:ext uri="{9D8B030D-6E8A-4147-A177-3AD203B41FA5}">
                      <a16:colId xmlns:a16="http://schemas.microsoft.com/office/drawing/2014/main" val="897082867"/>
                    </a:ext>
                  </a:extLst>
                </a:gridCol>
                <a:gridCol w="1651229">
                  <a:extLst>
                    <a:ext uri="{9D8B030D-6E8A-4147-A177-3AD203B41FA5}">
                      <a16:colId xmlns:a16="http://schemas.microsoft.com/office/drawing/2014/main" val="2091975140"/>
                    </a:ext>
                  </a:extLst>
                </a:gridCol>
              </a:tblGrid>
              <a:tr h="17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4 (District 4 | District@4)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5 (District 5 | District@5)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6 (District 6 | District@6)</a:t>
                      </a:r>
                    </a:p>
                  </a:txBody>
                  <a:tcPr/>
                </a:tc>
                <a:extLst>
                  <a:ext uri="{0D108BD9-81ED-4DB2-BD59-A6C34878D82A}">
                    <a16:rowId xmlns:a16="http://schemas.microsoft.com/office/drawing/2014/main" val="1890716932"/>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836678098"/>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425044523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00215546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227455571"/>
                  </a:ext>
                </a:extLst>
              </a:tr>
              <a:tr h="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1086462527"/>
                  </a:ext>
                </a:extLst>
              </a:tr>
              <a:tr h="177800">
                <a:tc>
                  <a:txBody>
                    <a:bodyPr/>
                    <a:lstStyle/>
                    <a:p>
                      <a:pPr algn="ctr" fontAlgn="b"/>
                      <a:endParaRPr lang="en-US"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endParaRPr lang="en-US" sz="1000" b="0" i="0" u="none" strike="noStrike" dirty="0">
                        <a:solidFill>
                          <a:srgbClr val="000000"/>
                        </a:solidFill>
                        <a:effectLst/>
                        <a:latin typeface="Arial" panose="020B0604020202020204" pitchFamily="34" charset="0"/>
                      </a:endParaRPr>
                    </a:p>
                  </a:txBody>
                  <a:tcPr marL="9525" marR="9525" marT="9525" marB="0" anchor="b"/>
                </a:tc>
                <a:tc>
                  <a:txBody>
                    <a:bodyPr/>
                    <a:lstStyle/>
                    <a:p>
                      <a:endParaRPr lang="en-US" dirty="0"/>
                    </a:p>
                  </a:txBody>
                  <a:tcPr/>
                </a:tc>
                <a:extLst>
                  <a:ext uri="{0D108BD9-81ED-4DB2-BD59-A6C34878D82A}">
                    <a16:rowId xmlns:a16="http://schemas.microsoft.com/office/drawing/2014/main" val="2640894871"/>
                  </a:ext>
                </a:extLst>
              </a:tr>
            </a:tbl>
          </a:graphicData>
        </a:graphic>
      </p:graphicFrame>
    </p:spTree>
    <p:extLst>
      <p:ext uri="{BB962C8B-B14F-4D97-AF65-F5344CB8AC3E}">
        <p14:creationId xmlns:p14="http://schemas.microsoft.com/office/powerpoint/2010/main" val="3389737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F4253C-AA45-5B43-91B3-03153F26F669}"/>
              </a:ext>
            </a:extLst>
          </p:cNvPr>
          <p:cNvSpPr>
            <a:spLocks noGrp="1"/>
          </p:cNvSpPr>
          <p:nvPr>
            <p:ph type="title"/>
          </p:nvPr>
        </p:nvSpPr>
        <p:spPr/>
        <p:txBody>
          <a:bodyPr/>
          <a:lstStyle/>
          <a:p>
            <a:r>
              <a:rPr lang="en-US" dirty="0"/>
              <a:t>Team Assignments</a:t>
            </a:r>
          </a:p>
        </p:txBody>
      </p:sp>
      <p:sp>
        <p:nvSpPr>
          <p:cNvPr id="5" name="Slide Number Placeholder 4">
            <a:extLst>
              <a:ext uri="{FF2B5EF4-FFF2-40B4-BE49-F238E27FC236}">
                <a16:creationId xmlns:a16="http://schemas.microsoft.com/office/drawing/2014/main" id="{AB25E049-FFD7-7042-AF99-999525F4D7D4}"/>
              </a:ext>
            </a:extLst>
          </p:cNvPr>
          <p:cNvSpPr>
            <a:spLocks noGrp="1"/>
          </p:cNvSpPr>
          <p:nvPr>
            <p:ph type="sldNum" sz="quarter" idx="4"/>
          </p:nvPr>
        </p:nvSpPr>
        <p:spPr/>
        <p:txBody>
          <a:bodyPr/>
          <a:lstStyle/>
          <a:p>
            <a:fld id="{CAD4E159-DA56-4174-ADE5-0B793815410F}" type="slidenum">
              <a:rPr lang="en-US" smtClean="0"/>
              <a:pPr/>
              <a:t>7</a:t>
            </a:fld>
            <a:endParaRPr lang="en-US" dirty="0"/>
          </a:p>
        </p:txBody>
      </p:sp>
      <p:sp>
        <p:nvSpPr>
          <p:cNvPr id="6" name="Footer Placeholder 5">
            <a:extLst>
              <a:ext uri="{FF2B5EF4-FFF2-40B4-BE49-F238E27FC236}">
                <a16:creationId xmlns:a16="http://schemas.microsoft.com/office/drawing/2014/main" id="{04ADA966-8A60-F043-AC8E-BA9B396D2AA9}"/>
              </a:ext>
            </a:extLst>
          </p:cNvPr>
          <p:cNvSpPr>
            <a:spLocks noGrp="1"/>
          </p:cNvSpPr>
          <p:nvPr>
            <p:ph type="ftr" sz="quarter" idx="3"/>
          </p:nvPr>
        </p:nvSpPr>
        <p:spPr/>
        <p:txBody>
          <a:bodyPr/>
          <a:lstStyle/>
          <a:p>
            <a:r>
              <a:rPr lang="en-US"/>
              <a:t>Copyright © 2020 Exabeam, Inc. All Rights Reserved. CONFIDENTIAL.</a:t>
            </a:r>
          </a:p>
        </p:txBody>
      </p:sp>
      <p:graphicFrame>
        <p:nvGraphicFramePr>
          <p:cNvPr id="9" name="Table 9">
            <a:extLst>
              <a:ext uri="{FF2B5EF4-FFF2-40B4-BE49-F238E27FC236}">
                <a16:creationId xmlns:a16="http://schemas.microsoft.com/office/drawing/2014/main" id="{0708521B-6572-9144-8E8E-EAEB0D39C509}"/>
              </a:ext>
            </a:extLst>
          </p:cNvPr>
          <p:cNvGraphicFramePr>
            <a:graphicFrameLocks noGrp="1"/>
          </p:cNvGraphicFramePr>
          <p:nvPr>
            <p:extLst>
              <p:ext uri="{D42A27DB-BD31-4B8C-83A1-F6EECF244321}">
                <p14:modId xmlns:p14="http://schemas.microsoft.com/office/powerpoint/2010/main" val="4061387160"/>
              </p:ext>
            </p:extLst>
          </p:nvPr>
        </p:nvGraphicFramePr>
        <p:xfrm>
          <a:off x="43981" y="1234440"/>
          <a:ext cx="12104037" cy="2181225"/>
        </p:xfrm>
        <a:graphic>
          <a:graphicData uri="http://schemas.openxmlformats.org/drawingml/2006/table">
            <a:tbl>
              <a:tblPr firstRow="1" bandRow="1">
                <a:tableStyleId>{5C22544A-7EE6-4342-B048-85BDC9FD1C3A}</a:tableStyleId>
              </a:tblPr>
              <a:tblGrid>
                <a:gridCol w="4034679">
                  <a:extLst>
                    <a:ext uri="{9D8B030D-6E8A-4147-A177-3AD203B41FA5}">
                      <a16:colId xmlns:a16="http://schemas.microsoft.com/office/drawing/2014/main" val="2442272821"/>
                    </a:ext>
                  </a:extLst>
                </a:gridCol>
                <a:gridCol w="4034679">
                  <a:extLst>
                    <a:ext uri="{9D8B030D-6E8A-4147-A177-3AD203B41FA5}">
                      <a16:colId xmlns:a16="http://schemas.microsoft.com/office/drawing/2014/main" val="897082867"/>
                    </a:ext>
                  </a:extLst>
                </a:gridCol>
                <a:gridCol w="4034679">
                  <a:extLst>
                    <a:ext uri="{9D8B030D-6E8A-4147-A177-3AD203B41FA5}">
                      <a16:colId xmlns:a16="http://schemas.microsoft.com/office/drawing/2014/main" val="2091975140"/>
                    </a:ext>
                  </a:extLst>
                </a:gridCol>
              </a:tblGrid>
              <a:tr h="17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1 (District 1 | District@1)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2 (District 2 | District@2)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3 (District 3 | District@3)</a:t>
                      </a:r>
                    </a:p>
                  </a:txBody>
                  <a:tcPr/>
                </a:tc>
                <a:extLst>
                  <a:ext uri="{0D108BD9-81ED-4DB2-BD59-A6C34878D82A}">
                    <a16:rowId xmlns:a16="http://schemas.microsoft.com/office/drawing/2014/main" val="1890716932"/>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836678098"/>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425044523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002155467"/>
                  </a:ext>
                </a:extLst>
              </a:tr>
              <a:tr h="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227455571"/>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108646252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l" fontAlgn="b"/>
                      <a:endParaRPr lang="en-US" sz="10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40894871"/>
                  </a:ext>
                </a:extLst>
              </a:tr>
            </a:tbl>
          </a:graphicData>
        </a:graphic>
      </p:graphicFrame>
      <p:graphicFrame>
        <p:nvGraphicFramePr>
          <p:cNvPr id="14" name="Table 9">
            <a:extLst>
              <a:ext uri="{FF2B5EF4-FFF2-40B4-BE49-F238E27FC236}">
                <a16:creationId xmlns:a16="http://schemas.microsoft.com/office/drawing/2014/main" id="{7DAA1DE3-1023-104D-A3F3-8F348BAEBE7D}"/>
              </a:ext>
            </a:extLst>
          </p:cNvPr>
          <p:cNvGraphicFramePr>
            <a:graphicFrameLocks noGrp="1"/>
          </p:cNvGraphicFramePr>
          <p:nvPr>
            <p:extLst>
              <p:ext uri="{D42A27DB-BD31-4B8C-83A1-F6EECF244321}">
                <p14:modId xmlns:p14="http://schemas.microsoft.com/office/powerpoint/2010/main" val="1316837440"/>
              </p:ext>
            </p:extLst>
          </p:nvPr>
        </p:nvGraphicFramePr>
        <p:xfrm>
          <a:off x="43981" y="3875926"/>
          <a:ext cx="12104037" cy="2181225"/>
        </p:xfrm>
        <a:graphic>
          <a:graphicData uri="http://schemas.openxmlformats.org/drawingml/2006/table">
            <a:tbl>
              <a:tblPr firstRow="1" bandRow="1">
                <a:tableStyleId>{5C22544A-7EE6-4342-B048-85BDC9FD1C3A}</a:tableStyleId>
              </a:tblPr>
              <a:tblGrid>
                <a:gridCol w="4034679">
                  <a:extLst>
                    <a:ext uri="{9D8B030D-6E8A-4147-A177-3AD203B41FA5}">
                      <a16:colId xmlns:a16="http://schemas.microsoft.com/office/drawing/2014/main" val="2442272821"/>
                    </a:ext>
                  </a:extLst>
                </a:gridCol>
                <a:gridCol w="4034679">
                  <a:extLst>
                    <a:ext uri="{9D8B030D-6E8A-4147-A177-3AD203B41FA5}">
                      <a16:colId xmlns:a16="http://schemas.microsoft.com/office/drawing/2014/main" val="897082867"/>
                    </a:ext>
                  </a:extLst>
                </a:gridCol>
                <a:gridCol w="4034679">
                  <a:extLst>
                    <a:ext uri="{9D8B030D-6E8A-4147-A177-3AD203B41FA5}">
                      <a16:colId xmlns:a16="http://schemas.microsoft.com/office/drawing/2014/main" val="2091975140"/>
                    </a:ext>
                  </a:extLst>
                </a:gridCol>
              </a:tblGrid>
              <a:tr h="17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4 (District 4 | District@4)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5 (District 5 | District@5)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Team 6 (District 6 | District@6)</a:t>
                      </a:r>
                    </a:p>
                  </a:txBody>
                  <a:tcPr/>
                </a:tc>
                <a:extLst>
                  <a:ext uri="{0D108BD9-81ED-4DB2-BD59-A6C34878D82A}">
                    <a16:rowId xmlns:a16="http://schemas.microsoft.com/office/drawing/2014/main" val="1890716932"/>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836678098"/>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425044523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2002155467"/>
                  </a:ext>
                </a:extLst>
              </a:tr>
              <a:tr h="17780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227455571"/>
                  </a:ext>
                </a:extLst>
              </a:tr>
              <a:tr h="0">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ctr" fontAlgn="b"/>
                      <a:endParaRPr lang="en-US"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1086462527"/>
                  </a:ext>
                </a:extLst>
              </a:tr>
              <a:tr h="177800">
                <a:tc>
                  <a:txBody>
                    <a:bodyPr/>
                    <a:lstStyle/>
                    <a:p>
                      <a:pPr algn="ctr" fontAlgn="b"/>
                      <a:endParaRPr lang="en-US"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endParaRPr lang="en-US" sz="1000" b="0" i="0" u="none" strike="noStrike" dirty="0">
                        <a:solidFill>
                          <a:srgbClr val="000000"/>
                        </a:solidFill>
                        <a:effectLst/>
                        <a:latin typeface="Arial" panose="020B0604020202020204" pitchFamily="34" charset="0"/>
                      </a:endParaRPr>
                    </a:p>
                  </a:txBody>
                  <a:tcPr marL="9525" marR="9525" marT="9525" marB="0" anchor="b"/>
                </a:tc>
                <a:tc>
                  <a:txBody>
                    <a:bodyPr/>
                    <a:lstStyle/>
                    <a:p>
                      <a:endParaRPr lang="en-US" dirty="0"/>
                    </a:p>
                  </a:txBody>
                  <a:tcPr/>
                </a:tc>
                <a:extLst>
                  <a:ext uri="{0D108BD9-81ED-4DB2-BD59-A6C34878D82A}">
                    <a16:rowId xmlns:a16="http://schemas.microsoft.com/office/drawing/2014/main" val="2640894871"/>
                  </a:ext>
                </a:extLst>
              </a:tr>
            </a:tbl>
          </a:graphicData>
        </a:graphic>
      </p:graphicFrame>
    </p:spTree>
    <p:extLst>
      <p:ext uri="{BB962C8B-B14F-4D97-AF65-F5344CB8AC3E}">
        <p14:creationId xmlns:p14="http://schemas.microsoft.com/office/powerpoint/2010/main" val="3951386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575187" y="623"/>
            <a:ext cx="11208774" cy="1066800"/>
          </a:xfrm>
          <a:prstGeom prst="rect">
            <a:avLst/>
          </a:prstGeom>
          <a:noFill/>
          <a:ln>
            <a:noFill/>
          </a:ln>
        </p:spPr>
        <p:txBody>
          <a:bodyPr spcFirstLastPara="1" wrap="square" lIns="27425" tIns="27425" rIns="27425" bIns="27425" anchor="b" anchorCtr="0">
            <a:noAutofit/>
          </a:bodyPr>
          <a:lstStyle/>
          <a:p>
            <a:pPr marL="0" lvl="0" indent="0" algn="l" rtl="0">
              <a:lnSpc>
                <a:spcPct val="90000"/>
              </a:lnSpc>
              <a:spcBef>
                <a:spcPts val="0"/>
              </a:spcBef>
              <a:spcAft>
                <a:spcPts val="0"/>
              </a:spcAft>
              <a:buClr>
                <a:schemeClr val="dk1"/>
              </a:buClr>
              <a:buSzPts val="3200"/>
              <a:buFont typeface="Calibri"/>
              <a:buNone/>
            </a:pPr>
            <a:r>
              <a:rPr lang="en-US" dirty="0"/>
              <a:t>Player Instructions </a:t>
            </a:r>
            <a:endParaRPr dirty="0"/>
          </a:p>
        </p:txBody>
      </p:sp>
      <p:sp>
        <p:nvSpPr>
          <p:cNvPr id="122" name="Google Shape;122;p4"/>
          <p:cNvSpPr txBox="1">
            <a:spLocks noGrp="1"/>
          </p:cNvSpPr>
          <p:nvPr>
            <p:ph type="body" idx="1"/>
          </p:nvPr>
        </p:nvSpPr>
        <p:spPr>
          <a:xfrm>
            <a:off x="848754" y="1243475"/>
            <a:ext cx="10780958" cy="4879144"/>
          </a:xfrm>
          <a:prstGeom prst="rect">
            <a:avLst/>
          </a:prstGeom>
          <a:noFill/>
          <a:ln>
            <a:noFill/>
          </a:ln>
        </p:spPr>
        <p:txBody>
          <a:bodyPr spcFirstLastPara="1" wrap="square" lIns="27425" tIns="27425" rIns="27425" bIns="27425" anchor="t" anchorCtr="0">
            <a:noAutofit/>
          </a:bodyPr>
          <a:lstStyle/>
          <a:p>
            <a:pPr marL="365125" indent="-342900">
              <a:spcBef>
                <a:spcPts val="0"/>
              </a:spcBef>
              <a:buSzPts val="2000"/>
              <a:buFont typeface="Wingdings" pitchFamily="2" charset="2"/>
              <a:buChar char="Ø"/>
            </a:pPr>
            <a:r>
              <a:rPr lang="en-US" sz="2000" dirty="0"/>
              <a:t>Open the Hunter Game UI: </a:t>
            </a:r>
            <a:r>
              <a:rPr lang="en-US" sz="2000" b="1" dirty="0">
                <a:solidFill>
                  <a:srgbClr val="0070C0"/>
                </a:solidFill>
              </a:rPr>
              <a:t>https://ctf-0-event.exalabs.io</a:t>
            </a:r>
            <a:endParaRPr lang="en-US" sz="2000" dirty="0"/>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rPr>
              <a:t>Register &gt; Pick Your Username (Make It Fun…But Clean) </a:t>
            </a:r>
            <a:r>
              <a:rPr lang="en-US" sz="2000" dirty="0">
                <a:solidFill>
                  <a:schemeClr val="tx1"/>
                </a:solidFill>
                <a:sym typeface="Wingdings" pitchFamily="2" charset="2"/>
              </a:rPr>
              <a:t> </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Join Team &gt; Login Info Provided</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sym typeface="Wingdings" pitchFamily="2" charset="2"/>
              </a:rPr>
              <a:t>Quick Demo on Advanced Analytics</a:t>
            </a:r>
          </a:p>
          <a:p>
            <a:pPr marL="22225" lvl="0" indent="0" algn="l" rtl="0">
              <a:lnSpc>
                <a:spcPct val="95000"/>
              </a:lnSpc>
              <a:spcBef>
                <a:spcPts val="0"/>
              </a:spcBef>
              <a:spcAft>
                <a:spcPts val="0"/>
              </a:spcAft>
              <a:buSzPts val="2000"/>
              <a:buNone/>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Sign-In to </a:t>
            </a:r>
            <a:r>
              <a:rPr lang="en-US" sz="2000" dirty="0">
                <a:sym typeface="Wingdings" pitchFamily="2" charset="2"/>
              </a:rPr>
              <a:t>the Advanced Analytics </a:t>
            </a:r>
            <a:r>
              <a:rPr lang="en-US" sz="2000" dirty="0">
                <a:solidFill>
                  <a:schemeClr val="tx1"/>
                </a:solidFill>
                <a:sym typeface="Wingdings" pitchFamily="2" charset="2"/>
              </a:rPr>
              <a:t>Environment</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Teams will be sent to breakout rooms to play the game!</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Please Note: You will be working from both UI’s shown here: </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22225" lvl="0" indent="0" algn="l" rtl="0">
              <a:lnSpc>
                <a:spcPct val="95000"/>
              </a:lnSpc>
              <a:spcBef>
                <a:spcPts val="0"/>
              </a:spcBef>
              <a:spcAft>
                <a:spcPts val="0"/>
              </a:spcAft>
              <a:buSzPts val="2000"/>
              <a:buNone/>
            </a:pPr>
            <a:endParaRPr lang="en-US" sz="2000" dirty="0">
              <a:solidFill>
                <a:schemeClr val="tx1"/>
              </a:solidFill>
            </a:endParaRPr>
          </a:p>
        </p:txBody>
      </p:sp>
      <p:sp>
        <p:nvSpPr>
          <p:cNvPr id="123" name="Google Shape;123;p4"/>
          <p:cNvSpPr txBox="1">
            <a:spLocks noGrp="1"/>
          </p:cNvSpPr>
          <p:nvPr>
            <p:ph type="sldNum" idx="12"/>
          </p:nvPr>
        </p:nvSpPr>
        <p:spPr>
          <a:xfrm>
            <a:off x="558089" y="6585198"/>
            <a:ext cx="508000" cy="141577"/>
          </a:xfrm>
          <a:prstGeom prst="rect">
            <a:avLst/>
          </a:prstGeom>
          <a:noFill/>
          <a:ln>
            <a:noFill/>
          </a:ln>
        </p:spPr>
        <p:txBody>
          <a:bodyPr spcFirstLastPara="1" wrap="square" lIns="9125" tIns="9125" rIns="9125" bIns="9125" anchor="b" anchorCtr="0">
            <a:spAutoFit/>
          </a:bodyPr>
          <a:lstStyle/>
          <a:p>
            <a:pPr marL="0" lvl="0" indent="0" algn="l" rtl="0">
              <a:spcBef>
                <a:spcPts val="0"/>
              </a:spcBef>
              <a:spcAft>
                <a:spcPts val="0"/>
              </a:spcAft>
              <a:buNone/>
            </a:pPr>
            <a:fld id="{00000000-1234-1234-1234-123412341234}" type="slidenum">
              <a:rPr lang="en-US"/>
              <a:t>8</a:t>
            </a:fld>
            <a:endParaRPr/>
          </a:p>
        </p:txBody>
      </p:sp>
      <p:sp>
        <p:nvSpPr>
          <p:cNvPr id="124" name="Google Shape;124;p4"/>
          <p:cNvSpPr txBox="1">
            <a:spLocks noGrp="1"/>
          </p:cNvSpPr>
          <p:nvPr>
            <p:ph type="ftr" idx="11"/>
          </p:nvPr>
        </p:nvSpPr>
        <p:spPr>
          <a:xfrm>
            <a:off x="848754" y="6551305"/>
            <a:ext cx="7972037" cy="226949"/>
          </a:xfrm>
          <a:prstGeom prst="rect">
            <a:avLst/>
          </a:prstGeom>
          <a:noFill/>
          <a:ln>
            <a:noFill/>
          </a:ln>
        </p:spPr>
        <p:txBody>
          <a:bodyPr spcFirstLastPara="1" wrap="square" lIns="0" tIns="45700" rIns="91425" bIns="45700" anchor="ctr" anchorCtr="0">
            <a:noAutofit/>
          </a:bodyPr>
          <a:lstStyle/>
          <a:p>
            <a:pPr marL="0" lvl="0" indent="0" algn="l" rtl="0">
              <a:spcBef>
                <a:spcPts val="0"/>
              </a:spcBef>
              <a:spcAft>
                <a:spcPts val="0"/>
              </a:spcAft>
              <a:buNone/>
            </a:pPr>
            <a:r>
              <a:rPr lang="en-US"/>
              <a:t>Copyright © 2018 Exabeam, Inc. All Rights Reserved. CONFIDENTIAL.</a:t>
            </a:r>
            <a:endParaRPr/>
          </a:p>
        </p:txBody>
      </p:sp>
      <p:pic>
        <p:nvPicPr>
          <p:cNvPr id="3" name="Picture 2" descr="Graphical user interface, application&#10;&#10;Description automatically generated">
            <a:extLst>
              <a:ext uri="{FF2B5EF4-FFF2-40B4-BE49-F238E27FC236}">
                <a16:creationId xmlns:a16="http://schemas.microsoft.com/office/drawing/2014/main" id="{F9A7E205-9C2A-0141-A759-D7E913216A7E}"/>
              </a:ext>
            </a:extLst>
          </p:cNvPr>
          <p:cNvPicPr>
            <a:picLocks noChangeAspect="1"/>
          </p:cNvPicPr>
          <p:nvPr/>
        </p:nvPicPr>
        <p:blipFill>
          <a:blip r:embed="rId3"/>
          <a:stretch>
            <a:fillRect/>
          </a:stretch>
        </p:blipFill>
        <p:spPr>
          <a:xfrm>
            <a:off x="1066089" y="3966839"/>
            <a:ext cx="3566137" cy="2387069"/>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6E616571-335D-C942-8B60-F46A6E198996}"/>
              </a:ext>
            </a:extLst>
          </p:cNvPr>
          <p:cNvPicPr>
            <a:picLocks noChangeAspect="1"/>
          </p:cNvPicPr>
          <p:nvPr/>
        </p:nvPicPr>
        <p:blipFill>
          <a:blip r:embed="rId4"/>
          <a:stretch>
            <a:fillRect/>
          </a:stretch>
        </p:blipFill>
        <p:spPr>
          <a:xfrm>
            <a:off x="5484063" y="3966839"/>
            <a:ext cx="4717977" cy="2653862"/>
          </a:xfrm>
          <a:prstGeom prst="rect">
            <a:avLst/>
          </a:prstGeom>
        </p:spPr>
      </p:pic>
    </p:spTree>
    <p:extLst>
      <p:ext uri="{BB962C8B-B14F-4D97-AF65-F5344CB8AC3E}">
        <p14:creationId xmlns:p14="http://schemas.microsoft.com/office/powerpoint/2010/main" val="702005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575187" y="623"/>
            <a:ext cx="11208774" cy="1066800"/>
          </a:xfrm>
          <a:prstGeom prst="rect">
            <a:avLst/>
          </a:prstGeom>
          <a:noFill/>
          <a:ln>
            <a:noFill/>
          </a:ln>
        </p:spPr>
        <p:txBody>
          <a:bodyPr spcFirstLastPara="1" wrap="square" lIns="27425" tIns="27425" rIns="27425" bIns="27425" anchor="b" anchorCtr="0">
            <a:noAutofit/>
          </a:bodyPr>
          <a:lstStyle/>
          <a:p>
            <a:pPr marL="0" lvl="0" indent="0" algn="l" rtl="0">
              <a:lnSpc>
                <a:spcPct val="90000"/>
              </a:lnSpc>
              <a:spcBef>
                <a:spcPts val="0"/>
              </a:spcBef>
              <a:spcAft>
                <a:spcPts val="0"/>
              </a:spcAft>
              <a:buClr>
                <a:schemeClr val="dk1"/>
              </a:buClr>
              <a:buSzPts val="3200"/>
              <a:buFont typeface="Calibri"/>
              <a:buNone/>
            </a:pPr>
            <a:r>
              <a:rPr lang="en-US" dirty="0"/>
              <a:t>Player Instructions </a:t>
            </a:r>
            <a:endParaRPr dirty="0"/>
          </a:p>
        </p:txBody>
      </p:sp>
      <p:sp>
        <p:nvSpPr>
          <p:cNvPr id="122" name="Google Shape;122;p4"/>
          <p:cNvSpPr txBox="1">
            <a:spLocks noGrp="1"/>
          </p:cNvSpPr>
          <p:nvPr>
            <p:ph type="body" idx="1"/>
          </p:nvPr>
        </p:nvSpPr>
        <p:spPr>
          <a:xfrm>
            <a:off x="848754" y="1243475"/>
            <a:ext cx="10780958" cy="4879144"/>
          </a:xfrm>
          <a:prstGeom prst="rect">
            <a:avLst/>
          </a:prstGeom>
          <a:noFill/>
          <a:ln>
            <a:noFill/>
          </a:ln>
        </p:spPr>
        <p:txBody>
          <a:bodyPr spcFirstLastPara="1" wrap="square" lIns="27425" tIns="27425" rIns="27425" bIns="27425" anchor="t" anchorCtr="0">
            <a:noAutofit/>
          </a:bodyPr>
          <a:lstStyle/>
          <a:p>
            <a:pPr marL="365125" lvl="0" indent="-342900" algn="l" rtl="0">
              <a:lnSpc>
                <a:spcPct val="95000"/>
              </a:lnSpc>
              <a:spcBef>
                <a:spcPts val="0"/>
              </a:spcBef>
              <a:spcAft>
                <a:spcPts val="0"/>
              </a:spcAft>
              <a:buSzPts val="2000"/>
              <a:buFont typeface="Wingdings" pitchFamily="2" charset="2"/>
              <a:buChar char="Ø"/>
            </a:pPr>
            <a:r>
              <a:rPr lang="en-US" sz="2000" dirty="0"/>
              <a:t>Open the Hunter Game UI:</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rPr>
              <a:t>Register &gt; Pick Your Username (Make It Fun…But Clean) </a:t>
            </a:r>
            <a:r>
              <a:rPr lang="en-US" sz="2000" dirty="0">
                <a:solidFill>
                  <a:schemeClr val="tx1"/>
                </a:solidFill>
                <a:sym typeface="Wingdings" pitchFamily="2" charset="2"/>
              </a:rPr>
              <a:t> </a:t>
            </a: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Join Team &gt; Login Info Provided</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dirty="0">
                <a:solidFill>
                  <a:schemeClr val="tx1"/>
                </a:solidFill>
                <a:sym typeface="Wingdings" pitchFamily="2" charset="2"/>
              </a:rPr>
              <a:t>Quick Demo on Advanced Analytics</a:t>
            </a:r>
          </a:p>
          <a:p>
            <a:pPr marL="22225" lvl="0" indent="0" algn="l" rtl="0">
              <a:lnSpc>
                <a:spcPct val="95000"/>
              </a:lnSpc>
              <a:spcBef>
                <a:spcPts val="0"/>
              </a:spcBef>
              <a:spcAft>
                <a:spcPts val="0"/>
              </a:spcAft>
              <a:buSzPts val="2000"/>
              <a:buNone/>
            </a:pPr>
            <a:endParaRPr lang="en-US" sz="2000" dirty="0">
              <a:solidFill>
                <a:schemeClr val="tx1"/>
              </a:solidFill>
              <a:sym typeface="Wingdings" pitchFamily="2" charset="2"/>
            </a:endParaRP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sym typeface="Wingdings" pitchFamily="2" charset="2"/>
              </a:rPr>
              <a:t>Sign-In to the Advanced Analytics Environment</a:t>
            </a: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sym typeface="Wingdings" pitchFamily="2" charset="2"/>
              </a:rPr>
              <a:t>Teams will be sent to breakout rooms to play the game!</a:t>
            </a:r>
          </a:p>
          <a:p>
            <a:pPr marL="365125" lvl="0" indent="-342900" algn="l" rtl="0">
              <a:lnSpc>
                <a:spcPct val="95000"/>
              </a:lnSpc>
              <a:spcBef>
                <a:spcPts val="0"/>
              </a:spcBef>
              <a:spcAft>
                <a:spcPts val="0"/>
              </a:spcAft>
              <a:buSzPts val="2000"/>
              <a:buFont typeface="Wingdings" pitchFamily="2" charset="2"/>
              <a:buChar char="Ø"/>
            </a:pPr>
            <a:r>
              <a:rPr lang="en-US" sz="2000" b="1" dirty="0">
                <a:solidFill>
                  <a:schemeClr val="tx1"/>
                </a:solidFill>
                <a:sym typeface="Wingdings" pitchFamily="2" charset="2"/>
              </a:rPr>
              <a:t>Please Note: You will be working from both UI’s shown here: </a:t>
            </a:r>
          </a:p>
          <a:p>
            <a:pPr marL="365125" lvl="0" indent="-342900" algn="l" rtl="0">
              <a:lnSpc>
                <a:spcPct val="95000"/>
              </a:lnSpc>
              <a:spcBef>
                <a:spcPts val="0"/>
              </a:spcBef>
              <a:spcAft>
                <a:spcPts val="0"/>
              </a:spcAft>
              <a:buSzPts val="2000"/>
              <a:buFont typeface="Wingdings" pitchFamily="2" charset="2"/>
              <a:buChar char="Ø"/>
            </a:pPr>
            <a:endParaRPr lang="en-US" sz="2000" dirty="0">
              <a:solidFill>
                <a:schemeClr val="tx1"/>
              </a:solidFill>
              <a:sym typeface="Wingdings" pitchFamily="2" charset="2"/>
            </a:endParaRPr>
          </a:p>
          <a:p>
            <a:pPr marL="22225" lvl="0" indent="0" algn="l" rtl="0">
              <a:lnSpc>
                <a:spcPct val="95000"/>
              </a:lnSpc>
              <a:spcBef>
                <a:spcPts val="0"/>
              </a:spcBef>
              <a:spcAft>
                <a:spcPts val="0"/>
              </a:spcAft>
              <a:buSzPts val="2000"/>
              <a:buNone/>
            </a:pPr>
            <a:endParaRPr lang="en-US" sz="2000" dirty="0">
              <a:solidFill>
                <a:schemeClr val="tx1"/>
              </a:solidFill>
            </a:endParaRPr>
          </a:p>
        </p:txBody>
      </p:sp>
      <p:sp>
        <p:nvSpPr>
          <p:cNvPr id="123" name="Google Shape;123;p4"/>
          <p:cNvSpPr txBox="1">
            <a:spLocks noGrp="1"/>
          </p:cNvSpPr>
          <p:nvPr>
            <p:ph type="sldNum" idx="12"/>
          </p:nvPr>
        </p:nvSpPr>
        <p:spPr>
          <a:xfrm>
            <a:off x="558089" y="6585198"/>
            <a:ext cx="508000" cy="141577"/>
          </a:xfrm>
          <a:prstGeom prst="rect">
            <a:avLst/>
          </a:prstGeom>
          <a:noFill/>
          <a:ln>
            <a:noFill/>
          </a:ln>
        </p:spPr>
        <p:txBody>
          <a:bodyPr spcFirstLastPara="1" wrap="square" lIns="9125" tIns="9125" rIns="9125" bIns="9125" anchor="b" anchorCtr="0">
            <a:spAutoFit/>
          </a:bodyPr>
          <a:lstStyle/>
          <a:p>
            <a:pPr marL="0" lvl="0" indent="0" algn="l" rtl="0">
              <a:spcBef>
                <a:spcPts val="0"/>
              </a:spcBef>
              <a:spcAft>
                <a:spcPts val="0"/>
              </a:spcAft>
              <a:buNone/>
            </a:pPr>
            <a:fld id="{00000000-1234-1234-1234-123412341234}" type="slidenum">
              <a:rPr lang="en-US"/>
              <a:t>9</a:t>
            </a:fld>
            <a:endParaRPr/>
          </a:p>
        </p:txBody>
      </p:sp>
      <p:sp>
        <p:nvSpPr>
          <p:cNvPr id="124" name="Google Shape;124;p4"/>
          <p:cNvSpPr txBox="1">
            <a:spLocks noGrp="1"/>
          </p:cNvSpPr>
          <p:nvPr>
            <p:ph type="ftr" idx="11"/>
          </p:nvPr>
        </p:nvSpPr>
        <p:spPr>
          <a:xfrm>
            <a:off x="848754" y="6551305"/>
            <a:ext cx="7972037" cy="226949"/>
          </a:xfrm>
          <a:prstGeom prst="rect">
            <a:avLst/>
          </a:prstGeom>
          <a:noFill/>
          <a:ln>
            <a:noFill/>
          </a:ln>
        </p:spPr>
        <p:txBody>
          <a:bodyPr spcFirstLastPara="1" wrap="square" lIns="0" tIns="45700" rIns="91425" bIns="45700" anchor="ctr" anchorCtr="0">
            <a:noAutofit/>
          </a:bodyPr>
          <a:lstStyle/>
          <a:p>
            <a:pPr marL="0" lvl="0" indent="0" algn="l" rtl="0">
              <a:spcBef>
                <a:spcPts val="0"/>
              </a:spcBef>
              <a:spcAft>
                <a:spcPts val="0"/>
              </a:spcAft>
              <a:buNone/>
            </a:pPr>
            <a:r>
              <a:rPr lang="en-US"/>
              <a:t>Copyright © 2018 Exabeam, Inc. All Rights Reserved. CONFIDENTIAL.</a:t>
            </a:r>
            <a:endParaRPr/>
          </a:p>
        </p:txBody>
      </p:sp>
      <p:pic>
        <p:nvPicPr>
          <p:cNvPr id="3" name="Picture 2" descr="Graphical user interface, application&#10;&#10;Description automatically generated">
            <a:extLst>
              <a:ext uri="{FF2B5EF4-FFF2-40B4-BE49-F238E27FC236}">
                <a16:creationId xmlns:a16="http://schemas.microsoft.com/office/drawing/2014/main" id="{F9A7E205-9C2A-0141-A759-D7E913216A7E}"/>
              </a:ext>
            </a:extLst>
          </p:cNvPr>
          <p:cNvPicPr>
            <a:picLocks noChangeAspect="1"/>
          </p:cNvPicPr>
          <p:nvPr/>
        </p:nvPicPr>
        <p:blipFill>
          <a:blip r:embed="rId3"/>
          <a:stretch>
            <a:fillRect/>
          </a:stretch>
        </p:blipFill>
        <p:spPr>
          <a:xfrm>
            <a:off x="1066089" y="3966839"/>
            <a:ext cx="3566137" cy="2387069"/>
          </a:xfrm>
          <a:prstGeom prst="rect">
            <a:avLst/>
          </a:prstGeom>
        </p:spPr>
      </p:pic>
      <p:pic>
        <p:nvPicPr>
          <p:cNvPr id="5" name="Picture 4" descr="A screenshot of a computer&#10;&#10;Description automatically generated with medium confidence">
            <a:extLst>
              <a:ext uri="{FF2B5EF4-FFF2-40B4-BE49-F238E27FC236}">
                <a16:creationId xmlns:a16="http://schemas.microsoft.com/office/drawing/2014/main" id="{6E616571-335D-C942-8B60-F46A6E198996}"/>
              </a:ext>
            </a:extLst>
          </p:cNvPr>
          <p:cNvPicPr>
            <a:picLocks noChangeAspect="1"/>
          </p:cNvPicPr>
          <p:nvPr/>
        </p:nvPicPr>
        <p:blipFill>
          <a:blip r:embed="rId4"/>
          <a:stretch>
            <a:fillRect/>
          </a:stretch>
        </p:blipFill>
        <p:spPr>
          <a:xfrm>
            <a:off x="5484063" y="3966839"/>
            <a:ext cx="4717977" cy="2653862"/>
          </a:xfrm>
          <a:prstGeom prst="rect">
            <a:avLst/>
          </a:prstGeom>
        </p:spPr>
      </p:pic>
    </p:spTree>
    <p:extLst>
      <p:ext uri="{BB962C8B-B14F-4D97-AF65-F5344CB8AC3E}">
        <p14:creationId xmlns:p14="http://schemas.microsoft.com/office/powerpoint/2010/main" val="3450783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75C8-146F-CE49-9378-1191080D9807}"/>
              </a:ext>
            </a:extLst>
          </p:cNvPr>
          <p:cNvSpPr>
            <a:spLocks noGrp="1"/>
          </p:cNvSpPr>
          <p:nvPr>
            <p:ph type="title"/>
          </p:nvPr>
        </p:nvSpPr>
        <p:spPr/>
        <p:txBody>
          <a:bodyPr/>
          <a:lstStyle/>
          <a:p>
            <a:r>
              <a:rPr lang="en-US" dirty="0"/>
              <a:t>Tips &amp; Tricks For Playing</a:t>
            </a:r>
          </a:p>
        </p:txBody>
      </p:sp>
      <p:sp>
        <p:nvSpPr>
          <p:cNvPr id="3" name="Text Placeholder 2">
            <a:extLst>
              <a:ext uri="{FF2B5EF4-FFF2-40B4-BE49-F238E27FC236}">
                <a16:creationId xmlns:a16="http://schemas.microsoft.com/office/drawing/2014/main" id="{F01993F1-69A1-DB49-A7B6-64BA3AC53E1B}"/>
              </a:ext>
            </a:extLst>
          </p:cNvPr>
          <p:cNvSpPr>
            <a:spLocks noGrp="1"/>
          </p:cNvSpPr>
          <p:nvPr>
            <p:ph type="body" idx="1"/>
          </p:nvPr>
        </p:nvSpPr>
        <p:spPr>
          <a:xfrm>
            <a:off x="575187" y="1148881"/>
            <a:ext cx="10780958" cy="4879144"/>
          </a:xfrm>
        </p:spPr>
        <p:txBody>
          <a:bodyPr/>
          <a:lstStyle/>
          <a:p>
            <a:r>
              <a:rPr lang="en-US" dirty="0"/>
              <a:t>Read the question </a:t>
            </a:r>
            <a:r>
              <a:rPr lang="en-US" b="1" i="1" dirty="0"/>
              <a:t>VERY</a:t>
            </a:r>
            <a:r>
              <a:rPr lang="en-US" dirty="0"/>
              <a:t> carefully.  Look for keywords for the model and context of model. </a:t>
            </a:r>
          </a:p>
          <a:p>
            <a:r>
              <a:rPr lang="en-US" dirty="0"/>
              <a:t>Anything that is a directory </a:t>
            </a:r>
            <a:r>
              <a:rPr lang="en-US" b="1" i="1" dirty="0"/>
              <a:t>needs</a:t>
            </a:r>
            <a:r>
              <a:rPr lang="en-US" dirty="0"/>
              <a:t> to be typed out not cut-and-paste</a:t>
            </a:r>
          </a:p>
          <a:p>
            <a:r>
              <a:rPr lang="en-US" dirty="0"/>
              <a:t>Make sure you use the main dashboard to search for user and asset data</a:t>
            </a:r>
          </a:p>
          <a:p>
            <a:r>
              <a:rPr lang="en-US" dirty="0"/>
              <a:t>Work as a team – for the best score you should divide and conquer different questions.  </a:t>
            </a:r>
            <a:r>
              <a:rPr lang="en-US" i="1" dirty="0"/>
              <a:t>Communication amongst is the key to success!</a:t>
            </a:r>
          </a:p>
          <a:p>
            <a:r>
              <a:rPr lang="en-US" dirty="0"/>
              <a:t>If using Data Lake, set the timeframe to the last 2 years.</a:t>
            </a:r>
          </a:p>
          <a:p>
            <a:r>
              <a:rPr lang="en-US" dirty="0"/>
              <a:t>Treat the systems as read-only – do not save any changes</a:t>
            </a:r>
          </a:p>
          <a:p>
            <a:r>
              <a:rPr lang="en-US" dirty="0"/>
              <a:t>Use a strategy to work through questions as fast as possible – different questions have different point values! Higher value questions are at the bottom.</a:t>
            </a:r>
          </a:p>
          <a:p>
            <a:endParaRPr lang="en-US" dirty="0"/>
          </a:p>
          <a:p>
            <a:pPr marL="76200" indent="0">
              <a:buNone/>
            </a:pPr>
            <a:endParaRPr lang="en-US" dirty="0"/>
          </a:p>
          <a:p>
            <a:pPr marL="76200" indent="0">
              <a:buNone/>
            </a:pPr>
            <a:endParaRPr lang="en-US" b="1" i="1" dirty="0">
              <a:solidFill>
                <a:schemeClr val="bg2">
                  <a:lumMod val="50000"/>
                </a:schemeClr>
              </a:solidFill>
            </a:endParaRPr>
          </a:p>
        </p:txBody>
      </p:sp>
    </p:spTree>
    <p:extLst>
      <p:ext uri="{BB962C8B-B14F-4D97-AF65-F5344CB8AC3E}">
        <p14:creationId xmlns:p14="http://schemas.microsoft.com/office/powerpoint/2010/main" val="4175870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075C8-146F-CE49-9378-1191080D9807}"/>
              </a:ext>
            </a:extLst>
          </p:cNvPr>
          <p:cNvSpPr>
            <a:spLocks noGrp="1"/>
          </p:cNvSpPr>
          <p:nvPr>
            <p:ph type="title"/>
          </p:nvPr>
        </p:nvSpPr>
        <p:spPr/>
        <p:txBody>
          <a:bodyPr/>
          <a:lstStyle/>
          <a:p>
            <a:r>
              <a:rPr lang="en-US" dirty="0"/>
              <a:t>Tips &amp; Tricks For Playing</a:t>
            </a:r>
          </a:p>
        </p:txBody>
      </p:sp>
      <p:sp>
        <p:nvSpPr>
          <p:cNvPr id="3" name="Text Placeholder 2">
            <a:extLst>
              <a:ext uri="{FF2B5EF4-FFF2-40B4-BE49-F238E27FC236}">
                <a16:creationId xmlns:a16="http://schemas.microsoft.com/office/drawing/2014/main" id="{F01993F1-69A1-DB49-A7B6-64BA3AC53E1B}"/>
              </a:ext>
            </a:extLst>
          </p:cNvPr>
          <p:cNvSpPr>
            <a:spLocks noGrp="1"/>
          </p:cNvSpPr>
          <p:nvPr>
            <p:ph type="body" idx="1"/>
          </p:nvPr>
        </p:nvSpPr>
        <p:spPr>
          <a:xfrm>
            <a:off x="575187" y="1148881"/>
            <a:ext cx="10780958" cy="4879144"/>
          </a:xfrm>
        </p:spPr>
        <p:txBody>
          <a:bodyPr/>
          <a:lstStyle/>
          <a:p>
            <a:r>
              <a:rPr lang="en-US" dirty="0"/>
              <a:t>Read the question </a:t>
            </a:r>
            <a:r>
              <a:rPr lang="en-US" b="1" i="1" dirty="0"/>
              <a:t>VERY</a:t>
            </a:r>
            <a:r>
              <a:rPr lang="en-US" dirty="0"/>
              <a:t> carefully.  Look for keywords for the model and context of model. </a:t>
            </a:r>
          </a:p>
          <a:p>
            <a:r>
              <a:rPr lang="en-US" dirty="0"/>
              <a:t>Anything that is a directory </a:t>
            </a:r>
            <a:r>
              <a:rPr lang="en-US" b="1" i="1" dirty="0"/>
              <a:t>needs</a:t>
            </a:r>
            <a:r>
              <a:rPr lang="en-US" dirty="0"/>
              <a:t> to be typed out not cut-and-paste</a:t>
            </a:r>
          </a:p>
          <a:p>
            <a:r>
              <a:rPr lang="en-US" dirty="0"/>
              <a:t>Make sure you use the main dashboard to search for user and asset data</a:t>
            </a:r>
          </a:p>
          <a:p>
            <a:r>
              <a:rPr lang="en-US" dirty="0"/>
              <a:t>Work as a team – for the best score you should divide and conquer different questions.  </a:t>
            </a:r>
            <a:r>
              <a:rPr lang="en-US" i="1" dirty="0"/>
              <a:t>Communication amongst is the key to success!</a:t>
            </a:r>
          </a:p>
          <a:p>
            <a:pPr marL="76200" indent="0">
              <a:buNone/>
            </a:pPr>
            <a:endParaRPr lang="en-US" b="1" i="1" dirty="0">
              <a:solidFill>
                <a:schemeClr val="bg2">
                  <a:lumMod val="50000"/>
                </a:schemeClr>
              </a:solidFill>
            </a:endParaRPr>
          </a:p>
          <a:p>
            <a:pPr marL="76200" indent="0">
              <a:buNone/>
            </a:pPr>
            <a:r>
              <a:rPr lang="en-US" b="1" i="1" dirty="0">
                <a:solidFill>
                  <a:schemeClr val="bg2">
                    <a:lumMod val="50000"/>
                  </a:schemeClr>
                </a:solidFill>
              </a:rPr>
              <a:t>Winning Team Members each receive:</a:t>
            </a:r>
          </a:p>
        </p:txBody>
      </p:sp>
      <p:pic>
        <p:nvPicPr>
          <p:cNvPr id="5" name="Picture 4" descr="Graphical user interface, application&#10;&#10;Description automatically generated">
            <a:extLst>
              <a:ext uri="{FF2B5EF4-FFF2-40B4-BE49-F238E27FC236}">
                <a16:creationId xmlns:a16="http://schemas.microsoft.com/office/drawing/2014/main" id="{6327847D-81D7-7D47-BCED-F5DF0DF24909}"/>
              </a:ext>
            </a:extLst>
          </p:cNvPr>
          <p:cNvPicPr>
            <a:picLocks noChangeAspect="1"/>
          </p:cNvPicPr>
          <p:nvPr/>
        </p:nvPicPr>
        <p:blipFill>
          <a:blip r:embed="rId2"/>
          <a:stretch>
            <a:fillRect/>
          </a:stretch>
        </p:blipFill>
        <p:spPr>
          <a:xfrm>
            <a:off x="5769523" y="4085130"/>
            <a:ext cx="2386504" cy="2281023"/>
          </a:xfrm>
          <a:prstGeom prst="rect">
            <a:avLst/>
          </a:prstGeom>
        </p:spPr>
      </p:pic>
    </p:spTree>
    <p:extLst>
      <p:ext uri="{BB962C8B-B14F-4D97-AF65-F5344CB8AC3E}">
        <p14:creationId xmlns:p14="http://schemas.microsoft.com/office/powerpoint/2010/main" val="3675432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11A79-E84C-7A42-BB66-7977A1C069C1}"/>
              </a:ext>
            </a:extLst>
          </p:cNvPr>
          <p:cNvSpPr>
            <a:spLocks noGrp="1"/>
          </p:cNvSpPr>
          <p:nvPr>
            <p:ph type="title"/>
          </p:nvPr>
        </p:nvSpPr>
        <p:spPr/>
        <p:txBody>
          <a:bodyPr/>
          <a:lstStyle/>
          <a:p>
            <a:pPr algn="ctr"/>
            <a:r>
              <a:rPr lang="en-US" b="1" dirty="0"/>
              <a:t>NEED HELP WHILE PLAYING?</a:t>
            </a:r>
          </a:p>
        </p:txBody>
      </p:sp>
      <p:sp>
        <p:nvSpPr>
          <p:cNvPr id="4" name="Slide Number Placeholder 3">
            <a:extLst>
              <a:ext uri="{FF2B5EF4-FFF2-40B4-BE49-F238E27FC236}">
                <a16:creationId xmlns:a16="http://schemas.microsoft.com/office/drawing/2014/main" id="{8B02ACFC-3C0A-BA4B-87F5-C501D79394B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
        <p:nvSpPr>
          <p:cNvPr id="5" name="Rounded Rectangular Callout 4">
            <a:extLst>
              <a:ext uri="{FF2B5EF4-FFF2-40B4-BE49-F238E27FC236}">
                <a16:creationId xmlns:a16="http://schemas.microsoft.com/office/drawing/2014/main" id="{031E4313-4459-9D49-A698-7F241328A1E6}"/>
              </a:ext>
            </a:extLst>
          </p:cNvPr>
          <p:cNvSpPr/>
          <p:nvPr/>
        </p:nvSpPr>
        <p:spPr>
          <a:xfrm>
            <a:off x="558089" y="2046512"/>
            <a:ext cx="3200399" cy="2296887"/>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a:p>
            <a:pPr algn="ctr"/>
            <a:r>
              <a:rPr lang="en-US" sz="1800" b="1" dirty="0"/>
              <a:t>ASK AN EXABEAMER!</a:t>
            </a:r>
          </a:p>
          <a:p>
            <a:pPr algn="ctr"/>
            <a:endParaRPr lang="en-US" sz="1800" b="1" dirty="0"/>
          </a:p>
          <a:p>
            <a:pPr algn="ctr"/>
            <a:r>
              <a:rPr lang="en-US" b="1" dirty="0"/>
              <a:t>We Will Be Cycling Into Break Rooms or Will be Playing With You!</a:t>
            </a:r>
          </a:p>
        </p:txBody>
      </p:sp>
      <p:sp>
        <p:nvSpPr>
          <p:cNvPr id="6" name="Rounded Rectangular Callout 5">
            <a:extLst>
              <a:ext uri="{FF2B5EF4-FFF2-40B4-BE49-F238E27FC236}">
                <a16:creationId xmlns:a16="http://schemas.microsoft.com/office/drawing/2014/main" id="{7D04B4D7-2C5B-A64A-8FC9-FDE71E01B6E8}"/>
              </a:ext>
            </a:extLst>
          </p:cNvPr>
          <p:cNvSpPr/>
          <p:nvPr/>
        </p:nvSpPr>
        <p:spPr>
          <a:xfrm>
            <a:off x="8294916" y="2046512"/>
            <a:ext cx="3200399" cy="2296887"/>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t>Return to the Main Room</a:t>
            </a:r>
          </a:p>
          <a:p>
            <a:pPr algn="ctr"/>
            <a:r>
              <a:rPr lang="en-US" sz="1800" b="1" dirty="0"/>
              <a:t>Leave &gt; Leave Breakout Room </a:t>
            </a:r>
          </a:p>
        </p:txBody>
      </p:sp>
      <p:sp>
        <p:nvSpPr>
          <p:cNvPr id="7" name="Rounded Rectangular Callout 6">
            <a:extLst>
              <a:ext uri="{FF2B5EF4-FFF2-40B4-BE49-F238E27FC236}">
                <a16:creationId xmlns:a16="http://schemas.microsoft.com/office/drawing/2014/main" id="{F1685A0D-628B-9D43-AE9F-2731B50F1091}"/>
              </a:ext>
            </a:extLst>
          </p:cNvPr>
          <p:cNvSpPr/>
          <p:nvPr/>
        </p:nvSpPr>
        <p:spPr>
          <a:xfrm>
            <a:off x="4426502" y="2046512"/>
            <a:ext cx="3200399" cy="2296887"/>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t>”Ask for Help” button on Zoom </a:t>
            </a:r>
          </a:p>
        </p:txBody>
      </p:sp>
    </p:spTree>
    <p:extLst>
      <p:ext uri="{BB962C8B-B14F-4D97-AF65-F5344CB8AC3E}">
        <p14:creationId xmlns:p14="http://schemas.microsoft.com/office/powerpoint/2010/main" val="2562273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3548E-8BF7-8940-B0A1-857238ACC291}"/>
              </a:ext>
            </a:extLst>
          </p:cNvPr>
          <p:cNvSpPr>
            <a:spLocks noGrp="1"/>
          </p:cNvSpPr>
          <p:nvPr>
            <p:ph type="title"/>
          </p:nvPr>
        </p:nvSpPr>
        <p:spPr/>
        <p:txBody>
          <a:bodyPr/>
          <a:lstStyle/>
          <a:p>
            <a:r>
              <a:rPr lang="en-US" dirty="0"/>
              <a:t>Internal</a:t>
            </a:r>
          </a:p>
        </p:txBody>
      </p:sp>
      <p:sp>
        <p:nvSpPr>
          <p:cNvPr id="3" name="Text Placeholder 2">
            <a:extLst>
              <a:ext uri="{FF2B5EF4-FFF2-40B4-BE49-F238E27FC236}">
                <a16:creationId xmlns:a16="http://schemas.microsoft.com/office/drawing/2014/main" id="{15EA2E3E-E92E-BF44-B53F-850E44D1B6BC}"/>
              </a:ext>
            </a:extLst>
          </p:cNvPr>
          <p:cNvSpPr>
            <a:spLocks noGrp="1"/>
          </p:cNvSpPr>
          <p:nvPr>
            <p:ph type="body" sz="quarter" idx="16"/>
          </p:nvPr>
        </p:nvSpPr>
        <p:spPr/>
        <p:txBody>
          <a:bodyPr/>
          <a:lstStyle/>
          <a:p>
            <a:endParaRPr lang="en-US" dirty="0"/>
          </a:p>
        </p:txBody>
      </p:sp>
      <p:sp>
        <p:nvSpPr>
          <p:cNvPr id="4" name="Slide Number Placeholder 3">
            <a:extLst>
              <a:ext uri="{FF2B5EF4-FFF2-40B4-BE49-F238E27FC236}">
                <a16:creationId xmlns:a16="http://schemas.microsoft.com/office/drawing/2014/main" id="{ED2CC49B-3C7F-C646-9049-E1002B797497}"/>
              </a:ext>
            </a:extLst>
          </p:cNvPr>
          <p:cNvSpPr>
            <a:spLocks noGrp="1"/>
          </p:cNvSpPr>
          <p:nvPr>
            <p:ph type="sldNum" sz="quarter" idx="4"/>
          </p:nvPr>
        </p:nvSpPr>
        <p:spPr/>
        <p:txBody>
          <a:bodyPr/>
          <a:lstStyle/>
          <a:p>
            <a:fld id="{CAD4E159-DA56-4174-ADE5-0B793815410F}" type="slidenum">
              <a:rPr lang="en-US" smtClean="0"/>
              <a:pPr/>
              <a:t>13</a:t>
            </a:fld>
            <a:endParaRPr lang="en-US" dirty="0"/>
          </a:p>
        </p:txBody>
      </p:sp>
      <p:sp>
        <p:nvSpPr>
          <p:cNvPr id="5" name="Footer Placeholder 4">
            <a:extLst>
              <a:ext uri="{FF2B5EF4-FFF2-40B4-BE49-F238E27FC236}">
                <a16:creationId xmlns:a16="http://schemas.microsoft.com/office/drawing/2014/main" id="{F331D334-6E69-F24C-9896-BBDE5D92F4D3}"/>
              </a:ext>
            </a:extLst>
          </p:cNvPr>
          <p:cNvSpPr>
            <a:spLocks noGrp="1"/>
          </p:cNvSpPr>
          <p:nvPr>
            <p:ph type="ftr" sz="quarter" idx="3"/>
          </p:nvPr>
        </p:nvSpPr>
        <p:spPr/>
        <p:txBody>
          <a:bodyPr/>
          <a:lstStyle/>
          <a:p>
            <a:r>
              <a:rPr lang="en-US"/>
              <a:t>Copyright © 2020 Exabeam, Inc. All Rights Reserved. CONFIDENTIAL.</a:t>
            </a:r>
          </a:p>
        </p:txBody>
      </p:sp>
    </p:spTree>
    <p:extLst>
      <p:ext uri="{BB962C8B-B14F-4D97-AF65-F5344CB8AC3E}">
        <p14:creationId xmlns:p14="http://schemas.microsoft.com/office/powerpoint/2010/main" val="1023321412"/>
      </p:ext>
    </p:extLst>
  </p:cSld>
  <p:clrMapOvr>
    <a:masterClrMapping/>
  </p:clrMapOvr>
</p:sld>
</file>

<file path=ppt/theme/theme1.xml><?xml version="1.0" encoding="utf-8"?>
<a:theme xmlns:a="http://schemas.openxmlformats.org/drawingml/2006/main" name="Exabeam-072018">
  <a:themeElements>
    <a:clrScheme name="Exabeam 100418">
      <a:dk1>
        <a:srgbClr val="1B1A1F"/>
      </a:dk1>
      <a:lt1>
        <a:sysClr val="window" lastClr="FFFFFF"/>
      </a:lt1>
      <a:dk2>
        <a:srgbClr val="6ABA4F"/>
      </a:dk2>
      <a:lt2>
        <a:srgbClr val="D7DCE1"/>
      </a:lt2>
      <a:accent1>
        <a:srgbClr val="49AA4D"/>
      </a:accent1>
      <a:accent2>
        <a:srgbClr val="139DF2"/>
      </a:accent2>
      <a:accent3>
        <a:srgbClr val="A6AFBD"/>
      </a:accent3>
      <a:accent4>
        <a:srgbClr val="0382CF"/>
      </a:accent4>
      <a:accent5>
        <a:srgbClr val="F9B513"/>
      </a:accent5>
      <a:accent6>
        <a:srgbClr val="E96209"/>
      </a:accent6>
      <a:hlink>
        <a:srgbClr val="0382CF"/>
      </a:hlink>
      <a:folHlink>
        <a:srgbClr val="A6AFB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none" lIns="27432" tIns="27432" rIns="27432" bIns="27432" rtlCol="0">
        <a:spAutoFit/>
      </a:bodyPr>
      <a:lstStyle>
        <a:defPPr>
          <a:lnSpc>
            <a:spcPct val="90000"/>
          </a:lnSpc>
          <a:spcBef>
            <a:spcPts val="300"/>
          </a:spcBef>
          <a:spcAft>
            <a:spcPts val="300"/>
          </a:spcAft>
          <a:defRPr sz="2400" smtClean="0">
            <a:latin typeface="+mj-lt"/>
          </a:defRPr>
        </a:defPPr>
      </a:lstStyle>
    </a:txDef>
  </a:objectDefaults>
  <a:extraClrSchemeLst/>
  <a:extLst>
    <a:ext uri="{05A4C25C-085E-4340-85A3-A5531E510DB2}">
      <thm15:themeFamily xmlns:thm15="http://schemas.microsoft.com/office/thememl/2012/main" name="Exabeam Event Deck template 2020" id="{C69E86C7-4E84-234E-8D19-23C89CC18ECC}" vid="{224ABEA3-FAF8-F243-85A4-CF9785662776}"/>
    </a:ext>
  </a:extLst>
</a:theme>
</file>

<file path=ppt/theme/theme2.xml><?xml version="1.0" encoding="utf-8"?>
<a:theme xmlns:a="http://schemas.openxmlformats.org/drawingml/2006/main" name="Exabeam 2021">
  <a:themeElements>
    <a:clrScheme name="Exabeam_2021">
      <a:dk1>
        <a:srgbClr val="000000"/>
      </a:dk1>
      <a:lt1>
        <a:srgbClr val="FFFFFF"/>
      </a:lt1>
      <a:dk2>
        <a:srgbClr val="ADADAD"/>
      </a:dk2>
      <a:lt2>
        <a:srgbClr val="535353"/>
      </a:lt2>
      <a:accent1>
        <a:srgbClr val="009D00"/>
      </a:accent1>
      <a:accent2>
        <a:srgbClr val="FFC000"/>
      </a:accent2>
      <a:accent3>
        <a:srgbClr val="005FE4"/>
      </a:accent3>
      <a:accent4>
        <a:srgbClr val="808080"/>
      </a:accent4>
      <a:accent5>
        <a:srgbClr val="8D00FF"/>
      </a:accent5>
      <a:accent6>
        <a:srgbClr val="FF4E00"/>
      </a:accent6>
      <a:hlink>
        <a:srgbClr val="005FE4"/>
      </a:hlink>
      <a:folHlink>
        <a:srgbClr val="A7A7A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27432" tIns="27432" rIns="27432" bIns="27432"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err="1" smtClean="0">
            <a:ln>
              <a:noFill/>
            </a:ln>
            <a:solidFill>
              <a:srgbClr val="000000"/>
            </a:solidFill>
            <a:effectLst/>
            <a:uFillTx/>
            <a:latin typeface="+mn-lt"/>
            <a:ea typeface="+mj-ea"/>
            <a:cs typeface="+mj-cs"/>
            <a:sym typeface="Calibri"/>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750A40B0-08EB-8345-8AC2-FD37EFC9EDE4}" vid="{6519898E-DAE9-4F46-BD4D-7EA47D1553FE}"/>
    </a:ext>
  </a:extLst>
</a:theme>
</file>

<file path=ppt/theme/theme3.xml><?xml version="1.0" encoding="utf-8"?>
<a:theme xmlns:a="http://schemas.openxmlformats.org/drawingml/2006/main" name="1_Exabeam 2021">
  <a:themeElements>
    <a:clrScheme name="Exabeam_2021">
      <a:dk1>
        <a:srgbClr val="000000"/>
      </a:dk1>
      <a:lt1>
        <a:srgbClr val="FFFFFF"/>
      </a:lt1>
      <a:dk2>
        <a:srgbClr val="ADADAD"/>
      </a:dk2>
      <a:lt2>
        <a:srgbClr val="535353"/>
      </a:lt2>
      <a:accent1>
        <a:srgbClr val="009D00"/>
      </a:accent1>
      <a:accent2>
        <a:srgbClr val="FFC000"/>
      </a:accent2>
      <a:accent3>
        <a:srgbClr val="005FE4"/>
      </a:accent3>
      <a:accent4>
        <a:srgbClr val="808080"/>
      </a:accent4>
      <a:accent5>
        <a:srgbClr val="8D00FF"/>
      </a:accent5>
      <a:accent6>
        <a:srgbClr val="FF4E00"/>
      </a:accent6>
      <a:hlink>
        <a:srgbClr val="005FE4"/>
      </a:hlink>
      <a:folHlink>
        <a:srgbClr val="A7A7A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27432" tIns="27432" rIns="27432" bIns="27432"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600" b="0" i="0" u="none" strike="noStrike" cap="none" spc="0" normalizeH="0" baseline="0" dirty="0" smtClean="0">
            <a:ln>
              <a:noFill/>
            </a:ln>
            <a:solidFill>
              <a:srgbClr val="000000"/>
            </a:solidFill>
            <a:effectLst/>
            <a:uFillTx/>
            <a:latin typeface="+mn-lt"/>
            <a:ea typeface="+mj-ea"/>
            <a:cs typeface="+mj-cs"/>
            <a:sym typeface="Calibri"/>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Ensign Hunter Games March 26th.pptx" id="{CF9F3610-58F3-440C-847E-28EDB9DF697E}" vid="{EC8CF16F-C1CD-4EC8-95FF-845AB5E16BB0}"/>
    </a:ext>
  </a:extLst>
</a:theme>
</file>

<file path=ppt/theme/theme4.xml><?xml version="1.0" encoding="utf-8"?>
<a:theme xmlns:a="http://schemas.openxmlformats.org/drawingml/2006/main" name="Office Theme">
  <a:themeElements>
    <a:clrScheme name="Exabeam 072018">
      <a:dk1>
        <a:srgbClr val="1B1A1F"/>
      </a:dk1>
      <a:lt1>
        <a:sysClr val="window" lastClr="FFFFFF"/>
      </a:lt1>
      <a:dk2>
        <a:srgbClr val="6ABA4F"/>
      </a:dk2>
      <a:lt2>
        <a:srgbClr val="D7DCE1"/>
      </a:lt2>
      <a:accent1>
        <a:srgbClr val="49AA4D"/>
      </a:accent1>
      <a:accent2>
        <a:srgbClr val="139DF2"/>
      </a:accent2>
      <a:accent3>
        <a:srgbClr val="A6AFBD"/>
      </a:accent3>
      <a:accent4>
        <a:srgbClr val="0382CF"/>
      </a:accent4>
      <a:accent5>
        <a:srgbClr val="F9B513"/>
      </a:accent5>
      <a:accent6>
        <a:srgbClr val="E96209"/>
      </a:accent6>
      <a:hlink>
        <a:srgbClr val="0382CF"/>
      </a:hlink>
      <a:folHlink>
        <a:srgbClr val="A6AFB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Exabeam 072018">
      <a:dk1>
        <a:srgbClr val="1B1A1F"/>
      </a:dk1>
      <a:lt1>
        <a:sysClr val="window" lastClr="FFFFFF"/>
      </a:lt1>
      <a:dk2>
        <a:srgbClr val="6ABA4F"/>
      </a:dk2>
      <a:lt2>
        <a:srgbClr val="D7DCE1"/>
      </a:lt2>
      <a:accent1>
        <a:srgbClr val="49AA4D"/>
      </a:accent1>
      <a:accent2>
        <a:srgbClr val="139DF2"/>
      </a:accent2>
      <a:accent3>
        <a:srgbClr val="A6AFBD"/>
      </a:accent3>
      <a:accent4>
        <a:srgbClr val="0382CF"/>
      </a:accent4>
      <a:accent5>
        <a:srgbClr val="F9B513"/>
      </a:accent5>
      <a:accent6>
        <a:srgbClr val="E96209"/>
      </a:accent6>
      <a:hlink>
        <a:srgbClr val="0382CF"/>
      </a:hlink>
      <a:folHlink>
        <a:srgbClr val="A6AFB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983FC942829A46B39B2629285E7A53" ma:contentTypeVersion="4" ma:contentTypeDescription="Create a new document." ma:contentTypeScope="" ma:versionID="e4980f28081dcfde4af4323dff061196">
  <xsd:schema xmlns:xsd="http://www.w3.org/2001/XMLSchema" xmlns:xs="http://www.w3.org/2001/XMLSchema" xmlns:p="http://schemas.microsoft.com/office/2006/metadata/properties" xmlns:ns2="cdb9caeb-f0d0-4abf-b5c6-cc727c357acf" targetNamespace="http://schemas.microsoft.com/office/2006/metadata/properties" ma:root="true" ma:fieldsID="1a760f9f85c5de832baa9f41b4da34b2" ns2:_="">
    <xsd:import namespace="cdb9caeb-f0d0-4abf-b5c6-cc727c357ac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b9caeb-f0d0-4abf-b5c6-cc727c357a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BD6B7D-A18E-4DC2-9901-DB1ED9E2E06C}">
  <ds:schemaRefs>
    <ds:schemaRef ds:uri="http://schemas.microsoft.com/sharepoint/v3/contenttype/forms"/>
  </ds:schemaRefs>
</ds:datastoreItem>
</file>

<file path=customXml/itemProps2.xml><?xml version="1.0" encoding="utf-8"?>
<ds:datastoreItem xmlns:ds="http://schemas.openxmlformats.org/officeDocument/2006/customXml" ds:itemID="{CA896D5A-CBDE-4AF5-9F99-C0489006DE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b9caeb-f0d0-4abf-b5c6-cc727c357a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E8942E-A40B-485A-95F6-0652611371E2}">
  <ds:schemaRefs>
    <ds:schemaRef ds:uri="http://schemas.microsoft.com/office/2006/metadata/properties"/>
    <ds:schemaRef ds:uri="cdb9caeb-f0d0-4abf-b5c6-cc727c357acf"/>
    <ds:schemaRef ds:uri="http://www.w3.org/XML/1998/namespace"/>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114089</TotalTime>
  <Words>4545</Words>
  <Application>Microsoft Office PowerPoint</Application>
  <PresentationFormat>Widescreen</PresentationFormat>
  <Paragraphs>351</Paragraphs>
  <Slides>13</Slides>
  <Notes>12</Notes>
  <HiddenSlides>6</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13</vt:i4>
      </vt:variant>
    </vt:vector>
  </HeadingPairs>
  <TitlesOfParts>
    <vt:vector size="22" baseType="lpstr">
      <vt:lpstr>Arial</vt:lpstr>
      <vt:lpstr>Calibri</vt:lpstr>
      <vt:lpstr>Calibri Light</vt:lpstr>
      <vt:lpstr>Inter</vt:lpstr>
      <vt:lpstr>Noto Sans Symbols</vt:lpstr>
      <vt:lpstr>Wingdings</vt:lpstr>
      <vt:lpstr>Exabeam-072018</vt:lpstr>
      <vt:lpstr>Exabeam 2021</vt:lpstr>
      <vt:lpstr>1_Exabeam 2021</vt:lpstr>
      <vt:lpstr>Exabeam  Capture the Flag</vt:lpstr>
      <vt:lpstr>PowerPoint Presentation</vt:lpstr>
      <vt:lpstr>The Exabeam Difference</vt:lpstr>
      <vt:lpstr>Exabeam gives instant context to Compromised Insider Attacks </vt:lpstr>
      <vt:lpstr>Player Instructions </vt:lpstr>
      <vt:lpstr>Team Assignments</vt:lpstr>
      <vt:lpstr>Team Assignments</vt:lpstr>
      <vt:lpstr>Player Instructions </vt:lpstr>
      <vt:lpstr>Player Instructions </vt:lpstr>
      <vt:lpstr>Tips &amp; Tricks For Playing</vt:lpstr>
      <vt:lpstr>Tips &amp; Tricks For Playing</vt:lpstr>
      <vt:lpstr>NEED HELP WHILE PLAYING?</vt:lpstr>
      <vt:lpstr>Internal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Smarter SIEM Company</dc:title>
  <dc:creator>Dan Geisler</dc:creator>
  <cp:lastModifiedBy>Dan Geisler</cp:lastModifiedBy>
  <cp:revision>162</cp:revision>
  <dcterms:created xsi:type="dcterms:W3CDTF">2020-10-12T20:19:52Z</dcterms:created>
  <dcterms:modified xsi:type="dcterms:W3CDTF">2021-12-07T19:18:43Z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0x010100AE983FC942829A46B39B2629285E7A53</vt:lpwstr>
  </property>
</Properties>
</file>